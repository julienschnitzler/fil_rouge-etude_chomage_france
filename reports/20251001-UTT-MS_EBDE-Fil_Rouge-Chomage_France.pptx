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1BD0FC-C670-44D8-B47A-74F1869E2498}" v="11" dt="2025-10-01T12:52:12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Schnitzler" userId="35479b42-f861-41c5-9033-d862b672f3d3" providerId="ADAL" clId="{471BD0FC-C670-44D8-B47A-74F1869E2498}"/>
    <pc:docChg chg="undo custSel addSld modSld">
      <pc:chgData name="Julien Schnitzler" userId="35479b42-f861-41c5-9033-d862b672f3d3" providerId="ADAL" clId="{471BD0FC-C670-44D8-B47A-74F1869E2498}" dt="2025-10-01T13:01:59.773" v="1115" actId="20577"/>
      <pc:docMkLst>
        <pc:docMk/>
      </pc:docMkLst>
      <pc:sldChg chg="modSp">
        <pc:chgData name="Julien Schnitzler" userId="35479b42-f861-41c5-9033-d862b672f3d3" providerId="ADAL" clId="{471BD0FC-C670-44D8-B47A-74F1869E2498}" dt="2025-10-01T12:39:38.705" v="0"/>
        <pc:sldMkLst>
          <pc:docMk/>
          <pc:sldMk cId="3386490664" sldId="256"/>
        </pc:sldMkLst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3386490664" sldId="256"/>
            <ac:spMk id="2" creationId="{A1E45277-4EEF-58BB-880C-3433B9EFFA8D}"/>
          </ac:spMkLst>
        </pc:spChg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3386490664" sldId="256"/>
            <ac:spMk id="3" creationId="{B4194A3F-38DE-6B19-35C1-A1F24C916BEA}"/>
          </ac:spMkLst>
        </pc:spChg>
      </pc:sldChg>
      <pc:sldChg chg="modSp mod">
        <pc:chgData name="Julien Schnitzler" userId="35479b42-f861-41c5-9033-d862b672f3d3" providerId="ADAL" clId="{471BD0FC-C670-44D8-B47A-74F1869E2498}" dt="2025-10-01T12:40:16.291" v="7" actId="20577"/>
        <pc:sldMkLst>
          <pc:docMk/>
          <pc:sldMk cId="3934584292" sldId="257"/>
        </pc:sldMkLst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3934584292" sldId="257"/>
            <ac:spMk id="2" creationId="{8196321A-FED8-511D-68CE-750803F9E0A7}"/>
          </ac:spMkLst>
        </pc:spChg>
        <pc:spChg chg="mod">
          <ac:chgData name="Julien Schnitzler" userId="35479b42-f861-41c5-9033-d862b672f3d3" providerId="ADAL" clId="{471BD0FC-C670-44D8-B47A-74F1869E2498}" dt="2025-10-01T12:40:06.721" v="3" actId="1076"/>
          <ac:spMkLst>
            <pc:docMk/>
            <pc:sldMk cId="3934584292" sldId="257"/>
            <ac:spMk id="3" creationId="{31E84CCA-6A45-3785-B4DC-5B1C0996B06C}"/>
          </ac:spMkLst>
        </pc:spChg>
        <pc:spChg chg="mod">
          <ac:chgData name="Julien Schnitzler" userId="35479b42-f861-41c5-9033-d862b672f3d3" providerId="ADAL" clId="{471BD0FC-C670-44D8-B47A-74F1869E2498}" dt="2025-10-01T12:40:10.004" v="4" actId="1076"/>
          <ac:spMkLst>
            <pc:docMk/>
            <pc:sldMk cId="3934584292" sldId="257"/>
            <ac:spMk id="6" creationId="{6B002C0E-FB60-85F6-853E-4E5E5035C82D}"/>
          </ac:spMkLst>
        </pc:spChg>
        <pc:spChg chg="mod">
          <ac:chgData name="Julien Schnitzler" userId="35479b42-f861-41c5-9033-d862b672f3d3" providerId="ADAL" clId="{471BD0FC-C670-44D8-B47A-74F1869E2498}" dt="2025-10-01T12:40:16.291" v="7" actId="20577"/>
          <ac:spMkLst>
            <pc:docMk/>
            <pc:sldMk cId="3934584292" sldId="257"/>
            <ac:spMk id="7" creationId="{05344087-D34E-394F-0FB3-6ACFBC816A20}"/>
          </ac:spMkLst>
        </pc:spChg>
      </pc:sldChg>
      <pc:sldChg chg="modSp mod">
        <pc:chgData name="Julien Schnitzler" userId="35479b42-f861-41c5-9033-d862b672f3d3" providerId="ADAL" clId="{471BD0FC-C670-44D8-B47A-74F1869E2498}" dt="2025-10-01T12:41:26.329" v="30" actId="27636"/>
        <pc:sldMkLst>
          <pc:docMk/>
          <pc:sldMk cId="2135178789" sldId="258"/>
        </pc:sldMkLst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2135178789" sldId="258"/>
            <ac:spMk id="2" creationId="{05F6C20A-D1E3-9EE3-6361-32FF2D040C4D}"/>
          </ac:spMkLst>
        </pc:spChg>
        <pc:spChg chg="mod">
          <ac:chgData name="Julien Schnitzler" userId="35479b42-f861-41c5-9033-d862b672f3d3" providerId="ADAL" clId="{471BD0FC-C670-44D8-B47A-74F1869E2498}" dt="2025-10-01T12:41:26.329" v="30" actId="27636"/>
          <ac:spMkLst>
            <pc:docMk/>
            <pc:sldMk cId="2135178789" sldId="258"/>
            <ac:spMk id="3" creationId="{F076F1B0-92D2-4F88-CD57-C9E7C053E2C9}"/>
          </ac:spMkLst>
        </pc:spChg>
      </pc:sldChg>
      <pc:sldChg chg="modSp mod">
        <pc:chgData name="Julien Schnitzler" userId="35479b42-f861-41c5-9033-d862b672f3d3" providerId="ADAL" clId="{471BD0FC-C670-44D8-B47A-74F1869E2498}" dt="2025-10-01T13:01:59.773" v="1115" actId="20577"/>
        <pc:sldMkLst>
          <pc:docMk/>
          <pc:sldMk cId="2089219379" sldId="259"/>
        </pc:sldMkLst>
        <pc:spChg chg="mod">
          <ac:chgData name="Julien Schnitzler" userId="35479b42-f861-41c5-9033-d862b672f3d3" providerId="ADAL" clId="{471BD0FC-C670-44D8-B47A-74F1869E2498}" dt="2025-10-01T12:52:33.634" v="396" actId="20577"/>
          <ac:spMkLst>
            <pc:docMk/>
            <pc:sldMk cId="2089219379" sldId="259"/>
            <ac:spMk id="2" creationId="{102B8BA9-05CC-2877-050D-DF32AC6FA9F7}"/>
          </ac:spMkLst>
        </pc:spChg>
        <pc:spChg chg="mod">
          <ac:chgData name="Julien Schnitzler" userId="35479b42-f861-41c5-9033-d862b672f3d3" providerId="ADAL" clId="{471BD0FC-C670-44D8-B47A-74F1869E2498}" dt="2025-10-01T13:01:59.773" v="1115" actId="20577"/>
          <ac:spMkLst>
            <pc:docMk/>
            <pc:sldMk cId="2089219379" sldId="259"/>
            <ac:spMk id="3" creationId="{684568C2-4430-669B-4E7B-22EA7CCCDD60}"/>
          </ac:spMkLst>
        </pc:spChg>
      </pc:sldChg>
      <pc:sldChg chg="modSp mod">
        <pc:chgData name="Julien Schnitzler" userId="35479b42-f861-41c5-9033-d862b672f3d3" providerId="ADAL" clId="{471BD0FC-C670-44D8-B47A-74F1869E2498}" dt="2025-10-01T12:50:18.766" v="179" actId="27636"/>
        <pc:sldMkLst>
          <pc:docMk/>
          <pc:sldMk cId="2357586311" sldId="260"/>
        </pc:sldMkLst>
        <pc:spChg chg="mod">
          <ac:chgData name="Julien Schnitzler" userId="35479b42-f861-41c5-9033-d862b672f3d3" providerId="ADAL" clId="{471BD0FC-C670-44D8-B47A-74F1869E2498}" dt="2025-10-01T12:43:18.748" v="72" actId="20577"/>
          <ac:spMkLst>
            <pc:docMk/>
            <pc:sldMk cId="2357586311" sldId="260"/>
            <ac:spMk id="2" creationId="{2877E0A7-D1C8-B48A-1DA5-80B6A3537A1E}"/>
          </ac:spMkLst>
        </pc:spChg>
        <pc:spChg chg="mod">
          <ac:chgData name="Julien Schnitzler" userId="35479b42-f861-41c5-9033-d862b672f3d3" providerId="ADAL" clId="{471BD0FC-C670-44D8-B47A-74F1869E2498}" dt="2025-10-01T12:50:18.766" v="179" actId="27636"/>
          <ac:spMkLst>
            <pc:docMk/>
            <pc:sldMk cId="2357586311" sldId="260"/>
            <ac:spMk id="3" creationId="{25FA29FB-32D2-EE65-5D80-93609B2B0778}"/>
          </ac:spMkLst>
        </pc:spChg>
      </pc:sldChg>
      <pc:sldChg chg="modSp">
        <pc:chgData name="Julien Schnitzler" userId="35479b42-f861-41c5-9033-d862b672f3d3" providerId="ADAL" clId="{471BD0FC-C670-44D8-B47A-74F1869E2498}" dt="2025-10-01T12:39:38.705" v="0"/>
        <pc:sldMkLst>
          <pc:docMk/>
          <pc:sldMk cId="387115557" sldId="261"/>
        </pc:sldMkLst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387115557" sldId="261"/>
            <ac:spMk id="2" creationId="{F52E580E-8149-FD5C-B47E-48298663FCAB}"/>
          </ac:spMkLst>
        </pc:spChg>
        <pc:spChg chg="mod">
          <ac:chgData name="Julien Schnitzler" userId="35479b42-f861-41c5-9033-d862b672f3d3" providerId="ADAL" clId="{471BD0FC-C670-44D8-B47A-74F1869E2498}" dt="2025-10-01T12:39:38.705" v="0"/>
          <ac:spMkLst>
            <pc:docMk/>
            <pc:sldMk cId="387115557" sldId="261"/>
            <ac:spMk id="3" creationId="{1769264C-E866-53A3-E3F9-DC648D781738}"/>
          </ac:spMkLst>
        </pc:spChg>
      </pc:sldChg>
      <pc:sldChg chg="modSp add mod">
        <pc:chgData name="Julien Schnitzler" userId="35479b42-f861-41c5-9033-d862b672f3d3" providerId="ADAL" clId="{471BD0FC-C670-44D8-B47A-74F1869E2498}" dt="2025-10-01T12:52:17.830" v="367" actId="20577"/>
        <pc:sldMkLst>
          <pc:docMk/>
          <pc:sldMk cId="548299864" sldId="262"/>
        </pc:sldMkLst>
        <pc:spChg chg="mod">
          <ac:chgData name="Julien Schnitzler" userId="35479b42-f861-41c5-9033-d862b672f3d3" providerId="ADAL" clId="{471BD0FC-C670-44D8-B47A-74F1869E2498}" dt="2025-10-01T12:52:17.830" v="367" actId="20577"/>
          <ac:spMkLst>
            <pc:docMk/>
            <pc:sldMk cId="548299864" sldId="262"/>
            <ac:spMk id="3" creationId="{15374586-9D48-156A-43F3-15B1934419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1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8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0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9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63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4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8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3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004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98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833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39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07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8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4464D-9798-4EEC-86BC-8FBE7D4D6B21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5880B2-43F8-4E03-863E-4E0FED4F8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0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llowork.com/fr-fr/" TargetMode="External"/><Relationship Id="rId3" Type="http://schemas.openxmlformats.org/officeDocument/2006/relationships/hyperlink" Target="https://www.data.gouv.fr/datasets/marche-du-travail/" TargetMode="External"/><Relationship Id="rId7" Type="http://schemas.openxmlformats.org/officeDocument/2006/relationships/hyperlink" Target="https://www.monster.fr/" TargetMode="External"/><Relationship Id="rId2" Type="http://schemas.openxmlformats.org/officeDocument/2006/relationships/hyperlink" Target="https://www.insee.fr/fr/statistiques/8376822?sommaire=837690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.indeed.com/" TargetMode="External"/><Relationship Id="rId5" Type="http://schemas.openxmlformats.org/officeDocument/2006/relationships/hyperlink" Target="https://dataemploi.francetravail.fr/emploi/accueil" TargetMode="External"/><Relationship Id="rId4" Type="http://schemas.openxmlformats.org/officeDocument/2006/relationships/hyperlink" Target="https://www.francetravail.org/opendata/" TargetMode="External"/><Relationship Id="rId9" Type="http://schemas.openxmlformats.org/officeDocument/2006/relationships/hyperlink" Target="https://fr.linkedin.com/job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5277-4EEF-58BB-880C-3433B9EFF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FIL ROUGE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94A3F-38DE-6B19-35C1-A1F24C916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MS EBDE – 2025-2026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9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321A-FED8-511D-68CE-750803F9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L’équipe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4CCA-6A45-3785-B4DC-5B1C0996B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718" y="1905000"/>
            <a:ext cx="3187262" cy="917575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Winnie</a:t>
            </a: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MEUDJE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002C0E-FB60-85F6-853E-4E5E5035C82D}"/>
              </a:ext>
            </a:extLst>
          </p:cNvPr>
          <p:cNvSpPr txBox="1">
            <a:spLocks/>
          </p:cNvSpPr>
          <p:nvPr/>
        </p:nvSpPr>
        <p:spPr>
          <a:xfrm>
            <a:off x="5741277" y="2885718"/>
            <a:ext cx="4238297" cy="817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Jehovahni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SODJINOU</a:t>
            </a:r>
            <a:endParaRPr lang="en-US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344087-D34E-394F-0FB3-6ACFBC816A20}"/>
              </a:ext>
            </a:extLst>
          </p:cNvPr>
          <p:cNvSpPr txBox="1">
            <a:spLocks/>
          </p:cNvSpPr>
          <p:nvPr/>
        </p:nvSpPr>
        <p:spPr>
          <a:xfrm>
            <a:off x="5935718" y="3882475"/>
            <a:ext cx="3415862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Julien SCHNITZLER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58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FB50-9B67-216B-2373-F26689A79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E0A7-D1C8-B48A-1DA5-80B6A353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Thème</a:t>
            </a:r>
            <a:r>
              <a:rPr lang="en-US" dirty="0"/>
              <a:t> : </a:t>
            </a:r>
            <a:r>
              <a:rPr lang="en-US" dirty="0" err="1"/>
              <a:t>L’emploi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29FB-32D2-EE65-5D80-93609B2B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876" y="1334815"/>
            <a:ext cx="10106736" cy="5244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400" b="1" i="1" dirty="0"/>
              <a:t>Evolution et tendances :</a:t>
            </a:r>
          </a:p>
          <a:p>
            <a:r>
              <a:rPr lang="fr-FR" sz="1400" i="1" dirty="0"/>
              <a:t>Comment le taux de chômage a-t-il évolué ces dix dernières années et quelles tendances peut-on prévoir pour les prochaines années ?</a:t>
            </a:r>
            <a:endParaRPr lang="fr-FR" sz="1400" dirty="0"/>
          </a:p>
          <a:p>
            <a:r>
              <a:rPr lang="fr-FR" sz="1400" i="1" dirty="0"/>
              <a:t>Quels sont les facteurs (âge, sexe, diplôme, région) qui influencent le plus le chômage ?</a:t>
            </a:r>
            <a:endParaRPr lang="fr-FR" sz="1400" dirty="0"/>
          </a:p>
          <a:p>
            <a:r>
              <a:rPr lang="fr-FR" sz="1400" i="1" dirty="0"/>
              <a:t>Quelles inégalités persistent entre hommes et femmes face à l’emploi et au chômage ?</a:t>
            </a:r>
            <a:endParaRPr lang="fr-FR" sz="1400" dirty="0"/>
          </a:p>
          <a:p>
            <a:r>
              <a:rPr lang="fr-FR" sz="1400" i="1" dirty="0"/>
              <a:t>Peut-on prédire l’évolution du chômage à partir des données actuelles ?</a:t>
            </a:r>
            <a:endParaRPr lang="fr-FR" sz="1400" dirty="0"/>
          </a:p>
          <a:p>
            <a:r>
              <a:rPr lang="fr-FR" sz="1400" i="1" dirty="0"/>
              <a:t>Quel rôle joue la formation dans la réduction du chômage et l’amélioration de l’employabilité ?</a:t>
            </a:r>
            <a:endParaRPr lang="fr-FR" sz="1400" dirty="0"/>
          </a:p>
          <a:p>
            <a:r>
              <a:rPr lang="fr-FR" sz="1400" i="1" dirty="0"/>
              <a:t>Quel impact ont eu les mesures d’aide à l’emploi sur la réduction du chômage ?</a:t>
            </a:r>
          </a:p>
          <a:p>
            <a:pPr marL="0" indent="0">
              <a:buNone/>
            </a:pPr>
            <a:r>
              <a:rPr lang="fr-FR" sz="1400" b="1" dirty="0"/>
              <a:t>Vieillesse :</a:t>
            </a:r>
          </a:p>
          <a:p>
            <a:r>
              <a:rPr lang="fr-FR" sz="1400" i="1" dirty="0"/>
              <a:t>Quels sont les principaux freins au maintien en emploi des travailleurs âgés et comment influencent-ils le taux de chômage des seniors ?</a:t>
            </a:r>
            <a:endParaRPr lang="fr-FR" sz="1400" dirty="0"/>
          </a:p>
          <a:p>
            <a:r>
              <a:rPr lang="fr-FR" sz="1400" i="1" dirty="0"/>
              <a:t>Dans quelle mesure l’âge constitue-t-il un facteur discriminant dans l’accès ou le retour à l’emploi ?</a:t>
            </a:r>
            <a:endParaRPr lang="fr-FR" sz="1400" dirty="0"/>
          </a:p>
          <a:p>
            <a:r>
              <a:rPr lang="fr-FR" sz="1400" i="1" dirty="0"/>
              <a:t>Comment l’évolution démographique et le vieillissement de la population impactent-ils le marché du travail et le taux de chômage des seniors ?</a:t>
            </a:r>
            <a:endParaRPr lang="fr-FR" sz="1400" dirty="0"/>
          </a:p>
          <a:p>
            <a:r>
              <a:rPr lang="fr-FR" sz="1400" i="1" dirty="0"/>
              <a:t>Quels dispositifs ou politiques publiques permettent de favoriser l’employabilité des travailleurs âgés ?</a:t>
            </a:r>
            <a:endParaRPr lang="fr-FR" sz="1400" dirty="0"/>
          </a:p>
          <a:p>
            <a:r>
              <a:rPr lang="fr-FR" sz="1400" i="1" dirty="0"/>
              <a:t>Quels secteurs d’activité intègrent le mieux les travailleurs âgés et lesquels les excluent davantage ?</a:t>
            </a:r>
            <a:endParaRPr lang="fr-FR" sz="1400" dirty="0"/>
          </a:p>
          <a:p>
            <a:endParaRPr lang="en-US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58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B351-116D-11CF-D81A-CAE23E41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C20A-D1E3-9EE3-6361-32FF2D04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Le(s) jeu(x) de données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6F1B0-92D2-4F88-CD57-C9E7C053E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65738"/>
            <a:ext cx="8915400" cy="48242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/>
              <a:t>INSEE :</a:t>
            </a:r>
          </a:p>
          <a:p>
            <a:r>
              <a:rPr lang="de-DE" dirty="0">
                <a:hlinkClick r:id="rId2"/>
              </a:rPr>
              <a:t>https://www.insee.fr/fr/statistiques/8376822?sommaire=8376908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en-US" dirty="0" err="1"/>
              <a:t>Gouvernement</a:t>
            </a:r>
            <a:r>
              <a:rPr lang="en-US" dirty="0"/>
              <a:t> : </a:t>
            </a:r>
          </a:p>
          <a:p>
            <a:r>
              <a:rPr lang="en-US" dirty="0">
                <a:hlinkClick r:id="rId3"/>
              </a:rPr>
              <a:t>https://www.data.gouv.fr/datasets/marche-du-travail/</a:t>
            </a:r>
            <a:endParaRPr lang="en-US" dirty="0"/>
          </a:p>
          <a:p>
            <a:r>
              <a:rPr lang="en-US" dirty="0">
                <a:hlinkClick r:id="rId4"/>
              </a:rPr>
              <a:t>https://www.francetravail.org/opendata/</a:t>
            </a:r>
            <a:r>
              <a:rPr lang="en-US" dirty="0"/>
              <a:t> et </a:t>
            </a:r>
            <a:r>
              <a:rPr lang="en-US" dirty="0">
                <a:hlinkClick r:id="rId5"/>
              </a:rPr>
              <a:t>h</a:t>
            </a:r>
            <a:r>
              <a:rPr lang="en-US" dirty="0">
                <a:hlinkClick r:id="rId5"/>
              </a:rPr>
              <a:t>ttps://dataemploi.francetravail.fr/emploi/accueil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Jobboards</a:t>
            </a:r>
            <a:r>
              <a:rPr lang="en-US" dirty="0"/>
              <a:t> : </a:t>
            </a:r>
          </a:p>
          <a:p>
            <a:r>
              <a:rPr lang="en-US" dirty="0">
                <a:hlinkClick r:id="rId6"/>
              </a:rPr>
              <a:t>https://fr.indeed.com/</a:t>
            </a:r>
            <a:endParaRPr lang="en-US" dirty="0"/>
          </a:p>
          <a:p>
            <a:r>
              <a:rPr lang="en-US" dirty="0">
                <a:hlinkClick r:id="rId7"/>
              </a:rPr>
              <a:t>https://www.monster.fr/</a:t>
            </a:r>
            <a:endParaRPr lang="en-US" dirty="0"/>
          </a:p>
          <a:p>
            <a:r>
              <a:rPr lang="en-US" dirty="0">
                <a:hlinkClick r:id="rId8"/>
              </a:rPr>
              <a:t>https://www.hellowork.com/fr-fr/</a:t>
            </a:r>
            <a:endParaRPr lang="en-US" dirty="0"/>
          </a:p>
          <a:p>
            <a:r>
              <a:rPr lang="en-US" dirty="0">
                <a:hlinkClick r:id="rId9"/>
              </a:rPr>
              <a:t>https://fr.linkedin.com/jobs</a:t>
            </a:r>
            <a:r>
              <a:rPr lang="en-US" dirty="0"/>
              <a:t> 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7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6761-8468-65EE-BCA9-A8037E60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8BA9-05CC-2877-050D-DF32AC6F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Echange</a:t>
            </a:r>
            <a:r>
              <a:rPr lang="en-US" dirty="0"/>
              <a:t> avec Mr. Bertrand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568C2-4430-669B-4E7B-22EA7CCCD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Comment </a:t>
            </a:r>
            <a:r>
              <a:rPr lang="de-DE" dirty="0" err="1"/>
              <a:t>sont</a:t>
            </a:r>
            <a:r>
              <a:rPr lang="de-DE" dirty="0"/>
              <a:t> </a:t>
            </a:r>
            <a:r>
              <a:rPr lang="de-DE" dirty="0" err="1"/>
              <a:t>ouverts</a:t>
            </a:r>
            <a:r>
              <a:rPr lang="de-DE" dirty="0"/>
              <a:t> </a:t>
            </a:r>
            <a:r>
              <a:rPr lang="de-DE" dirty="0" err="1"/>
              <a:t>les</a:t>
            </a:r>
            <a:r>
              <a:rPr lang="de-DE" dirty="0"/>
              <a:t> </a:t>
            </a:r>
            <a:r>
              <a:rPr lang="de-DE" dirty="0" err="1"/>
              <a:t>autres</a:t>
            </a:r>
            <a:r>
              <a:rPr lang="de-DE" dirty="0"/>
              <a:t> </a:t>
            </a:r>
            <a:r>
              <a:rPr lang="de-DE" dirty="0" err="1"/>
              <a:t>pays</a:t>
            </a:r>
            <a:r>
              <a:rPr lang="de-DE" dirty="0"/>
              <a:t> ? Culture, plus d </a:t>
            </a:r>
            <a:r>
              <a:rPr lang="de-DE" dirty="0" err="1"/>
              <a:t>infos</a:t>
            </a:r>
            <a:r>
              <a:rPr lang="de-DE" dirty="0"/>
              <a:t> </a:t>
            </a:r>
            <a:r>
              <a:rPr lang="de-DE" dirty="0" err="1"/>
              <a:t>dans</a:t>
            </a:r>
            <a:r>
              <a:rPr lang="de-DE" dirty="0"/>
              <a:t> d </a:t>
            </a:r>
            <a:r>
              <a:rPr lang="de-DE" dirty="0" err="1"/>
              <a:t>autres</a:t>
            </a:r>
            <a:r>
              <a:rPr lang="de-DE" dirty="0"/>
              <a:t> </a:t>
            </a:r>
            <a:r>
              <a:rPr lang="de-DE" dirty="0" err="1"/>
              <a:t>pays</a:t>
            </a:r>
            <a:r>
              <a:rPr lang="de-DE" dirty="0"/>
              <a:t> </a:t>
            </a:r>
            <a:r>
              <a:rPr lang="de-DE" dirty="0" err="1"/>
              <a:t>ou</a:t>
            </a:r>
            <a:r>
              <a:rPr lang="de-DE" dirty="0"/>
              <a:t> </a:t>
            </a:r>
            <a:r>
              <a:rPr lang="de-DE" dirty="0" err="1"/>
              <a:t>moins</a:t>
            </a:r>
            <a:r>
              <a:rPr lang="de-DE" dirty="0"/>
              <a:t> ? Quid du marche </a:t>
            </a:r>
            <a:r>
              <a:rPr lang="de-DE" dirty="0" err="1"/>
              <a:t>americains</a:t>
            </a:r>
            <a:r>
              <a:rPr lang="de-DE" dirty="0"/>
              <a:t> ?</a:t>
            </a:r>
          </a:p>
          <a:p>
            <a:r>
              <a:rPr lang="de-DE" dirty="0" err="1"/>
              <a:t>Economie</a:t>
            </a:r>
            <a:r>
              <a:rPr lang="de-DE" dirty="0"/>
              <a:t> des </a:t>
            </a:r>
            <a:r>
              <a:rPr lang="de-DE" dirty="0" err="1"/>
              <a:t>pays</a:t>
            </a:r>
            <a:r>
              <a:rPr lang="de-DE" dirty="0"/>
              <a:t> ? </a:t>
            </a:r>
          </a:p>
          <a:p>
            <a:r>
              <a:rPr lang="en-US" dirty="0" err="1"/>
              <a:t>Interactif</a:t>
            </a:r>
            <a:r>
              <a:rPr lang="en-US" dirty="0"/>
              <a:t> ?</a:t>
            </a:r>
          </a:p>
          <a:p>
            <a:r>
              <a:rPr lang="en-US" dirty="0" err="1"/>
              <a:t>Prevoir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se passer dans les </a:t>
            </a:r>
            <a:r>
              <a:rPr lang="en-US" dirty="0" err="1"/>
              <a:t>années</a:t>
            </a:r>
            <a:r>
              <a:rPr lang="en-US" dirty="0"/>
              <a:t> qui </a:t>
            </a:r>
            <a:r>
              <a:rPr lang="en-US" dirty="0" err="1"/>
              <a:t>viennent</a:t>
            </a:r>
            <a:r>
              <a:rPr lang="en-US" dirty="0"/>
              <a:t>? À </a:t>
            </a:r>
            <a:r>
              <a:rPr lang="en-US" dirty="0" err="1"/>
              <a:t>partir</a:t>
            </a:r>
            <a:r>
              <a:rPr lang="en-US" dirty="0"/>
              <a:t> de quand un </a:t>
            </a:r>
            <a:r>
              <a:rPr lang="en-US" dirty="0" err="1"/>
              <a:t>modele</a:t>
            </a:r>
            <a:r>
              <a:rPr lang="en-US" dirty="0"/>
              <a:t> shift (</a:t>
            </a:r>
            <a:r>
              <a:rPr lang="en-US" dirty="0" err="1"/>
              <a:t>taux</a:t>
            </a:r>
            <a:r>
              <a:rPr lang="en-US" dirty="0"/>
              <a:t> d </a:t>
            </a:r>
            <a:r>
              <a:rPr lang="en-US" dirty="0" err="1"/>
              <a:t>erreurs</a:t>
            </a:r>
            <a:r>
              <a:rPr lang="en-US" dirty="0"/>
              <a:t>, re-</a:t>
            </a:r>
            <a:r>
              <a:rPr lang="en-US" dirty="0" err="1"/>
              <a:t>entrainement</a:t>
            </a:r>
            <a:r>
              <a:rPr lang="en-US" dirty="0"/>
              <a:t> des </a:t>
            </a:r>
            <a:r>
              <a:rPr lang="en-US" dirty="0" err="1"/>
              <a:t>modeles</a:t>
            </a:r>
            <a:r>
              <a:rPr lang="en-US" dirty="0"/>
              <a:t> pour </a:t>
            </a:r>
            <a:r>
              <a:rPr lang="en-US" dirty="0" err="1"/>
              <a:t>inclure</a:t>
            </a:r>
            <a:r>
              <a:rPr lang="en-US" dirty="0"/>
              <a:t> de Nouvelles variables; </a:t>
            </a:r>
            <a:r>
              <a:rPr lang="en-US" dirty="0" err="1"/>
              <a:t>indicateurs</a:t>
            </a:r>
            <a:r>
              <a:rPr lang="en-US" dirty="0"/>
              <a:t> de performance de </a:t>
            </a:r>
            <a:r>
              <a:rPr lang="en-US" dirty="0" err="1"/>
              <a:t>modeles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production </a:t>
            </a:r>
            <a:r>
              <a:rPr lang="en-US" dirty="0" err="1"/>
              <a:t>avoir</a:t>
            </a:r>
            <a:r>
              <a:rPr lang="en-US" dirty="0"/>
              <a:t> des </a:t>
            </a:r>
            <a:r>
              <a:rPr lang="en-US" dirty="0" err="1"/>
              <a:t>gardes-fous</a:t>
            </a:r>
            <a:r>
              <a:rPr lang="en-US" dirty="0"/>
              <a:t>)</a:t>
            </a:r>
          </a:p>
          <a:p>
            <a:r>
              <a:rPr lang="en-US" dirty="0" err="1"/>
              <a:t>Prochaine</a:t>
            </a:r>
            <a:r>
              <a:rPr lang="en-US" dirty="0"/>
              <a:t> </a:t>
            </a:r>
            <a:r>
              <a:rPr lang="en-US" dirty="0" err="1"/>
              <a:t>fois</a:t>
            </a:r>
            <a:r>
              <a:rPr lang="en-US" dirty="0"/>
              <a:t> : BDD, description, structure, info, </a:t>
            </a:r>
            <a:r>
              <a:rPr lang="en-US" dirty="0" err="1"/>
              <a:t>fraicheur</a:t>
            </a:r>
            <a:r>
              <a:rPr lang="en-US" dirty="0"/>
              <a:t>, quid RGPD et re-</a:t>
            </a:r>
            <a:r>
              <a:rPr lang="en-US" dirty="0" err="1"/>
              <a:t>utilisation</a:t>
            </a:r>
            <a:r>
              <a:rPr lang="en-US" dirty="0"/>
              <a:t>. </a:t>
            </a:r>
          </a:p>
          <a:p>
            <a:r>
              <a:rPr lang="en-US" dirty="0"/>
              <a:t>Données pseudo-</a:t>
            </a:r>
            <a:r>
              <a:rPr lang="en-US" dirty="0" err="1"/>
              <a:t>anonymisés</a:t>
            </a:r>
            <a:r>
              <a:rPr lang="en-US" dirty="0"/>
              <a:t> ? (ex: </a:t>
            </a:r>
            <a:r>
              <a:rPr lang="en-US" dirty="0" err="1"/>
              <a:t>radiologue</a:t>
            </a:r>
            <a:r>
              <a:rPr lang="en-US" dirty="0"/>
              <a:t> a interdiction mettre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ligne</a:t>
            </a:r>
            <a:r>
              <a:rPr lang="en-US" dirty="0"/>
              <a:t> les radios des patients)</a:t>
            </a:r>
          </a:p>
          <a:p>
            <a:r>
              <a:rPr lang="en-US" dirty="0" err="1"/>
              <a:t>Chronogramme</a:t>
            </a:r>
            <a:r>
              <a:rPr lang="en-US" dirty="0"/>
              <a:t> (JIRA : </a:t>
            </a:r>
            <a:r>
              <a:rPr lang="en-US" dirty="0" err="1"/>
              <a:t>sequencage</a:t>
            </a:r>
            <a:r>
              <a:rPr lang="en-US"/>
              <a:t> des taches)</a:t>
            </a:r>
          </a:p>
        </p:txBody>
      </p:sp>
    </p:spTree>
    <p:extLst>
      <p:ext uri="{BB962C8B-B14F-4D97-AF65-F5344CB8AC3E}">
        <p14:creationId xmlns:p14="http://schemas.microsoft.com/office/powerpoint/2010/main" val="208921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F6BA-4412-B13D-7DB9-904B12AA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F8D3-8E93-4CF8-91FA-EC7FD338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</a:t>
            </a:r>
            <a:r>
              <a:rPr lang="en-US" dirty="0" err="1"/>
              <a:t>d’actions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4586-9D48-156A-43F3-15B193441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9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7D919-A89C-D21E-E623-D7D72549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580E-8149-FD5C-B47E-48298663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Chronologie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264C-E866-53A3-E3F9-DC648D78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555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440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Segoe UI</vt:lpstr>
      <vt:lpstr>Wingdings 3</vt:lpstr>
      <vt:lpstr>Wisp</vt:lpstr>
      <vt:lpstr>FIL ROUGE</vt:lpstr>
      <vt:lpstr>L’équipe</vt:lpstr>
      <vt:lpstr>Thème : L’emploi en France</vt:lpstr>
      <vt:lpstr>Le(s) jeu(x) de données</vt:lpstr>
      <vt:lpstr>Echange avec Mr. Bertrand</vt:lpstr>
      <vt:lpstr>Plan d’actions</vt:lpstr>
      <vt:lpstr>Chronologie</vt:lpstr>
    </vt:vector>
  </TitlesOfParts>
  <Company>zooplus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Schnitzler</dc:creator>
  <cp:lastModifiedBy>Julien Schnitzler</cp:lastModifiedBy>
  <cp:revision>1</cp:revision>
  <dcterms:created xsi:type="dcterms:W3CDTF">2025-10-01T12:20:24Z</dcterms:created>
  <dcterms:modified xsi:type="dcterms:W3CDTF">2025-10-01T13:02:02Z</dcterms:modified>
</cp:coreProperties>
</file>