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7" r:id="rId8"/>
    <p:sldId id="268" r:id="rId9"/>
    <p:sldId id="266" r:id="rId10"/>
    <p:sldId id="259" r:id="rId11"/>
    <p:sldId id="260" r:id="rId12"/>
    <p:sldId id="262" r:id="rId13"/>
    <p:sldId id="263" r:id="rId14"/>
    <p:sldId id="264" r:id="rId15"/>
    <p:sldId id="261" r:id="rId16"/>
    <p:sldId id="265" r:id="rId17"/>
    <p:sldId id="269" r:id="rId18"/>
    <p:sldId id="270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3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50FC36-BD39-4096-B9C0-5E5552DE4603}" v="3" dt="2025-10-29T13:56:40.714"/>
    <p1510:client id="{9471D12E-2311-4FC2-76D9-A6B46E0A9FF9}" v="359" dt="2025-10-29T15:06:14.929"/>
    <p1510:client id="{A2883D03-06E9-AA20-07C5-FFE5D98D086C}" v="687" dt="2025-10-29T15:50:24.965"/>
    <p1510:client id="{A7C0F2BC-54F9-D3D9-5E15-9B45FA3B0E08}" v="259" dt="2025-10-29T15:55:29.047"/>
    <p1510:client id="{B16DD48B-9C4F-6028-AB69-CAC4E578FA4D}" v="58" dt="2025-10-29T15:07:57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ilisateur invité" userId="S::urn:spo:tenantanon#987b6351-7e5c-42d9-8e61-3830e896b75e::" providerId="AD" clId="Web-{9471D12E-2311-4FC2-76D9-A6B46E0A9FF9}"/>
    <pc:docChg chg="addSld modSld sldOrd">
      <pc:chgData name="Utilisateur invité" userId="S::urn:spo:tenantanon#987b6351-7e5c-42d9-8e61-3830e896b75e::" providerId="AD" clId="Web-{9471D12E-2311-4FC2-76D9-A6B46E0A9FF9}" dt="2025-10-29T15:06:14.929" v="239" actId="1076"/>
      <pc:docMkLst>
        <pc:docMk/>
      </pc:docMkLst>
      <pc:sldChg chg="addSp delSp modSp add ord replId">
        <pc:chgData name="Utilisateur invité" userId="S::urn:spo:tenantanon#987b6351-7e5c-42d9-8e61-3830e896b75e::" providerId="AD" clId="Web-{9471D12E-2311-4FC2-76D9-A6B46E0A9FF9}" dt="2025-10-29T14:49:58.245" v="103" actId="1076"/>
        <pc:sldMkLst>
          <pc:docMk/>
          <pc:sldMk cId="3142789751" sldId="262"/>
        </pc:sldMkLst>
        <pc:spChg chg="mod">
          <ac:chgData name="Utilisateur invité" userId="S::urn:spo:tenantanon#987b6351-7e5c-42d9-8e61-3830e896b75e::" providerId="AD" clId="Web-{9471D12E-2311-4FC2-76D9-A6B46E0A9FF9}" dt="2025-10-29T14:29:45.233" v="4" actId="20577"/>
          <ac:spMkLst>
            <pc:docMk/>
            <pc:sldMk cId="3142789751" sldId="262"/>
            <ac:spMk id="2" creationId="{B0500CC8-B331-837A-E62D-ACA867AA10C6}"/>
          </ac:spMkLst>
        </pc:spChg>
        <pc:spChg chg="mod">
          <ac:chgData name="Utilisateur invité" userId="S::urn:spo:tenantanon#987b6351-7e5c-42d9-8e61-3830e896b75e::" providerId="AD" clId="Web-{9471D12E-2311-4FC2-76D9-A6B46E0A9FF9}" dt="2025-10-29T14:32:14.868" v="30" actId="1076"/>
          <ac:spMkLst>
            <pc:docMk/>
            <pc:sldMk cId="3142789751" sldId="262"/>
            <ac:spMk id="3" creationId="{29D512DB-41AD-5555-6A1D-6035F88B4F35}"/>
          </ac:spMkLst>
        </pc:spChg>
        <pc:spChg chg="mod">
          <ac:chgData name="Utilisateur invité" userId="S::urn:spo:tenantanon#987b6351-7e5c-42d9-8e61-3830e896b75e::" providerId="AD" clId="Web-{9471D12E-2311-4FC2-76D9-A6B46E0A9FF9}" dt="2025-10-29T14:33:11.934" v="45" actId="1076"/>
          <ac:spMkLst>
            <pc:docMk/>
            <pc:sldMk cId="3142789751" sldId="262"/>
            <ac:spMk id="4" creationId="{5D631EBD-88E0-C524-BAE5-A3E873731CFC}"/>
          </ac:spMkLst>
        </pc:spChg>
        <pc:spChg chg="mod">
          <ac:chgData name="Utilisateur invité" userId="S::urn:spo:tenantanon#987b6351-7e5c-42d9-8e61-3830e896b75e::" providerId="AD" clId="Web-{9471D12E-2311-4FC2-76D9-A6B46E0A9FF9}" dt="2025-10-29T14:33:04.402" v="43" actId="1076"/>
          <ac:spMkLst>
            <pc:docMk/>
            <pc:sldMk cId="3142789751" sldId="262"/>
            <ac:spMk id="5" creationId="{E1579024-8C41-9B93-87B9-7237BC516D1A}"/>
          </ac:spMkLst>
        </pc:spChg>
        <pc:spChg chg="add del mod">
          <ac:chgData name="Utilisateur invité" userId="S::urn:spo:tenantanon#987b6351-7e5c-42d9-8e61-3830e896b75e::" providerId="AD" clId="Web-{9471D12E-2311-4FC2-76D9-A6B46E0A9FF9}" dt="2025-10-29T14:31:10.802" v="22"/>
          <ac:spMkLst>
            <pc:docMk/>
            <pc:sldMk cId="3142789751" sldId="262"/>
            <ac:spMk id="6" creationId="{8E0B2051-225F-2761-CF28-AC857474A93F}"/>
          </ac:spMkLst>
        </pc:spChg>
        <pc:spChg chg="add mod">
          <ac:chgData name="Utilisateur invité" userId="S::urn:spo:tenantanon#987b6351-7e5c-42d9-8e61-3830e896b75e::" providerId="AD" clId="Web-{9471D12E-2311-4FC2-76D9-A6B46E0A9FF9}" dt="2025-10-29T14:32:53.323" v="41" actId="14100"/>
          <ac:spMkLst>
            <pc:docMk/>
            <pc:sldMk cId="3142789751" sldId="262"/>
            <ac:spMk id="10" creationId="{4B9BA87E-6843-40B4-078F-BA00D78D5FCB}"/>
          </ac:spMkLst>
        </pc:spChg>
        <pc:picChg chg="mod">
          <ac:chgData name="Utilisateur invité" userId="S::urn:spo:tenantanon#987b6351-7e5c-42d9-8e61-3830e896b75e::" providerId="AD" clId="Web-{9471D12E-2311-4FC2-76D9-A6B46E0A9FF9}" dt="2025-10-29T14:32:16.681" v="31" actId="1076"/>
          <ac:picMkLst>
            <pc:docMk/>
            <pc:sldMk cId="3142789751" sldId="262"/>
            <ac:picMk id="7" creationId="{1C3CECE7-F597-533B-13D8-AC386A4A8A8A}"/>
          </ac:picMkLst>
        </pc:picChg>
        <pc:picChg chg="mod">
          <ac:chgData name="Utilisateur invité" userId="S::urn:spo:tenantanon#987b6351-7e5c-42d9-8e61-3830e896b75e::" providerId="AD" clId="Web-{9471D12E-2311-4FC2-76D9-A6B46E0A9FF9}" dt="2025-10-29T14:49:24.040" v="101" actId="14100"/>
          <ac:picMkLst>
            <pc:docMk/>
            <pc:sldMk cId="3142789751" sldId="262"/>
            <ac:picMk id="8" creationId="{6513DFED-134A-26E7-E115-388354236524}"/>
          </ac:picMkLst>
        </pc:picChg>
        <pc:picChg chg="mod">
          <ac:chgData name="Utilisateur invité" userId="S::urn:spo:tenantanon#987b6351-7e5c-42d9-8e61-3830e896b75e::" providerId="AD" clId="Web-{9471D12E-2311-4FC2-76D9-A6B46E0A9FF9}" dt="2025-10-29T14:49:46.478" v="102" actId="1076"/>
          <ac:picMkLst>
            <pc:docMk/>
            <pc:sldMk cId="3142789751" sldId="262"/>
            <ac:picMk id="9" creationId="{252A96C5-EA32-1B11-0EBD-D036E33DC301}"/>
          </ac:picMkLst>
        </pc:picChg>
        <pc:picChg chg="add mod">
          <ac:chgData name="Utilisateur invité" userId="S::urn:spo:tenantanon#987b6351-7e5c-42d9-8e61-3830e896b75e::" providerId="AD" clId="Web-{9471D12E-2311-4FC2-76D9-A6B46E0A9FF9}" dt="2025-10-29T14:49:58.245" v="103" actId="1076"/>
          <ac:picMkLst>
            <pc:docMk/>
            <pc:sldMk cId="3142789751" sldId="262"/>
            <ac:picMk id="11" creationId="{48933774-56CA-14D5-7988-93EBCBB48851}"/>
          </ac:picMkLst>
        </pc:picChg>
      </pc:sldChg>
      <pc:sldChg chg="addSp delSp modSp add ord replId">
        <pc:chgData name="Utilisateur invité" userId="S::urn:spo:tenantanon#987b6351-7e5c-42d9-8e61-3830e896b75e::" providerId="AD" clId="Web-{9471D12E-2311-4FC2-76D9-A6B46E0A9FF9}" dt="2025-10-29T14:36:41.644" v="100" actId="20577"/>
        <pc:sldMkLst>
          <pc:docMk/>
          <pc:sldMk cId="3863192206" sldId="263"/>
        </pc:sldMkLst>
        <pc:spChg chg="mod">
          <ac:chgData name="Utilisateur invité" userId="S::urn:spo:tenantanon#987b6351-7e5c-42d9-8e61-3830e896b75e::" providerId="AD" clId="Web-{9471D12E-2311-4FC2-76D9-A6B46E0A9FF9}" dt="2025-10-29T14:34:11.233" v="58" actId="20577"/>
          <ac:spMkLst>
            <pc:docMk/>
            <pc:sldMk cId="3863192206" sldId="263"/>
            <ac:spMk id="2" creationId="{624D9310-4A6B-5C6A-8C40-5DBD6090410F}"/>
          </ac:spMkLst>
        </pc:spChg>
        <pc:spChg chg="add del">
          <ac:chgData name="Utilisateur invité" userId="S::urn:spo:tenantanon#987b6351-7e5c-42d9-8e61-3830e896b75e::" providerId="AD" clId="Web-{9471D12E-2311-4FC2-76D9-A6B46E0A9FF9}" dt="2025-10-29T14:35:05.547" v="72"/>
          <ac:spMkLst>
            <pc:docMk/>
            <pc:sldMk cId="3863192206" sldId="263"/>
            <ac:spMk id="3" creationId="{2F09AA57-590A-2D7B-D9E1-59FC0733AC4D}"/>
          </ac:spMkLst>
        </pc:spChg>
        <pc:spChg chg="add del">
          <ac:chgData name="Utilisateur invité" userId="S::urn:spo:tenantanon#987b6351-7e5c-42d9-8e61-3830e896b75e::" providerId="AD" clId="Web-{9471D12E-2311-4FC2-76D9-A6B46E0A9FF9}" dt="2025-10-29T14:35:11.438" v="74"/>
          <ac:spMkLst>
            <pc:docMk/>
            <pc:sldMk cId="3863192206" sldId="263"/>
            <ac:spMk id="4" creationId="{74EC6859-5194-6720-3277-B62B072D759D}"/>
          </ac:spMkLst>
        </pc:spChg>
        <pc:spChg chg="add del">
          <ac:chgData name="Utilisateur invité" userId="S::urn:spo:tenantanon#987b6351-7e5c-42d9-8e61-3830e896b75e::" providerId="AD" clId="Web-{9471D12E-2311-4FC2-76D9-A6B46E0A9FF9}" dt="2025-10-29T14:35:18.704" v="76"/>
          <ac:spMkLst>
            <pc:docMk/>
            <pc:sldMk cId="3863192206" sldId="263"/>
            <ac:spMk id="5" creationId="{7868CA83-D5D4-513D-C032-E0D47BA9324A}"/>
          </ac:spMkLst>
        </pc:spChg>
        <pc:spChg chg="add mod">
          <ac:chgData name="Utilisateur invité" userId="S::urn:spo:tenantanon#987b6351-7e5c-42d9-8e61-3830e896b75e::" providerId="AD" clId="Web-{9471D12E-2311-4FC2-76D9-A6B46E0A9FF9}" dt="2025-10-29T14:36:31.972" v="98" actId="20577"/>
          <ac:spMkLst>
            <pc:docMk/>
            <pc:sldMk cId="3863192206" sldId="263"/>
            <ac:spMk id="6" creationId="{DEEB4B38-7861-455A-8411-DF1F9CEEA450}"/>
          </ac:spMkLst>
        </pc:spChg>
        <pc:spChg chg="mod">
          <ac:chgData name="Utilisateur invité" userId="S::urn:spo:tenantanon#987b6351-7e5c-42d9-8e61-3830e896b75e::" providerId="AD" clId="Web-{9471D12E-2311-4FC2-76D9-A6B46E0A9FF9}" dt="2025-10-29T14:36:41.644" v="100" actId="20577"/>
          <ac:spMkLst>
            <pc:docMk/>
            <pc:sldMk cId="3863192206" sldId="263"/>
            <ac:spMk id="10" creationId="{30C025D1-04B9-ADAA-770C-22E7104AD345}"/>
          </ac:spMkLst>
        </pc:spChg>
      </pc:sldChg>
      <pc:sldChg chg="addSp delSp modSp">
        <pc:chgData name="Utilisateur invité" userId="S::urn:spo:tenantanon#987b6351-7e5c-42d9-8e61-3830e896b75e::" providerId="AD" clId="Web-{9471D12E-2311-4FC2-76D9-A6B46E0A9FF9}" dt="2025-10-29T15:06:14.929" v="239" actId="1076"/>
        <pc:sldMkLst>
          <pc:docMk/>
          <pc:sldMk cId="1975698293" sldId="264"/>
        </pc:sldMkLst>
        <pc:spChg chg="del mod">
          <ac:chgData name="Utilisateur invité" userId="S::urn:spo:tenantanon#987b6351-7e5c-42d9-8e61-3830e896b75e::" providerId="AD" clId="Web-{9471D12E-2311-4FC2-76D9-A6B46E0A9FF9}" dt="2025-10-29T14:55:35.396" v="105"/>
          <ac:spMkLst>
            <pc:docMk/>
            <pc:sldMk cId="1975698293" sldId="264"/>
            <ac:spMk id="3" creationId="{BF7ACE34-94D6-13FF-1BD2-3D8ECE95939D}"/>
          </ac:spMkLst>
        </pc:spChg>
        <pc:spChg chg="add mod">
          <ac:chgData name="Utilisateur invité" userId="S::urn:spo:tenantanon#987b6351-7e5c-42d9-8e61-3830e896b75e::" providerId="AD" clId="Web-{9471D12E-2311-4FC2-76D9-A6B46E0A9FF9}" dt="2025-10-29T14:59:35.477" v="139" actId="14100"/>
          <ac:spMkLst>
            <pc:docMk/>
            <pc:sldMk cId="1975698293" sldId="264"/>
            <ac:spMk id="6" creationId="{A80D8CD3-B7AB-1EF4-03B7-C3427E2A39BE}"/>
          </ac:spMkLst>
        </pc:spChg>
        <pc:spChg chg="add mod">
          <ac:chgData name="Utilisateur invité" userId="S::urn:spo:tenantanon#987b6351-7e5c-42d9-8e61-3830e896b75e::" providerId="AD" clId="Web-{9471D12E-2311-4FC2-76D9-A6B46E0A9FF9}" dt="2025-10-29T14:59:41.493" v="140" actId="14100"/>
          <ac:spMkLst>
            <pc:docMk/>
            <pc:sldMk cId="1975698293" sldId="264"/>
            <ac:spMk id="7" creationId="{6E7F934B-522D-BA97-F0C8-373CAD409465}"/>
          </ac:spMkLst>
        </pc:spChg>
        <pc:spChg chg="add mod">
          <ac:chgData name="Utilisateur invité" userId="S::urn:spo:tenantanon#987b6351-7e5c-42d9-8e61-3830e896b75e::" providerId="AD" clId="Web-{9471D12E-2311-4FC2-76D9-A6B46E0A9FF9}" dt="2025-10-29T14:59:47.399" v="141" actId="14100"/>
          <ac:spMkLst>
            <pc:docMk/>
            <pc:sldMk cId="1975698293" sldId="264"/>
            <ac:spMk id="8" creationId="{166E0ACA-9FE1-FC71-7C23-A3A18F00F0FE}"/>
          </ac:spMkLst>
        </pc:spChg>
        <pc:spChg chg="add mod">
          <ac:chgData name="Utilisateur invité" userId="S::urn:spo:tenantanon#987b6351-7e5c-42d9-8e61-3830e896b75e::" providerId="AD" clId="Web-{9471D12E-2311-4FC2-76D9-A6B46E0A9FF9}" dt="2025-10-29T15:06:14.929" v="239" actId="1076"/>
          <ac:spMkLst>
            <pc:docMk/>
            <pc:sldMk cId="1975698293" sldId="264"/>
            <ac:spMk id="12" creationId="{CA488CB6-ADF2-CF3A-1370-723C70F729A4}"/>
          </ac:spMkLst>
        </pc:spChg>
        <pc:spChg chg="add mod">
          <ac:chgData name="Utilisateur invité" userId="S::urn:spo:tenantanon#987b6351-7e5c-42d9-8e61-3830e896b75e::" providerId="AD" clId="Web-{9471D12E-2311-4FC2-76D9-A6B46E0A9FF9}" dt="2025-10-29T15:06:08.632" v="238" actId="1076"/>
          <ac:spMkLst>
            <pc:docMk/>
            <pc:sldMk cId="1975698293" sldId="264"/>
            <ac:spMk id="13" creationId="{365CA3F7-C49C-CD14-D605-955657C20C78}"/>
          </ac:spMkLst>
        </pc:spChg>
        <pc:spChg chg="add mod">
          <ac:chgData name="Utilisateur invité" userId="S::urn:spo:tenantanon#987b6351-7e5c-42d9-8e61-3830e896b75e::" providerId="AD" clId="Web-{9471D12E-2311-4FC2-76D9-A6B46E0A9FF9}" dt="2025-10-29T15:06:02.882" v="237" actId="1076"/>
          <ac:spMkLst>
            <pc:docMk/>
            <pc:sldMk cId="1975698293" sldId="264"/>
            <ac:spMk id="15" creationId="{3DBF74A1-3704-6586-5ED3-29868FD08ABB}"/>
          </ac:spMkLst>
        </pc:spChg>
        <pc:picChg chg="add mod ord modCrop">
          <ac:chgData name="Utilisateur invité" userId="S::urn:spo:tenantanon#987b6351-7e5c-42d9-8e61-3830e896b75e::" providerId="AD" clId="Web-{9471D12E-2311-4FC2-76D9-A6B46E0A9FF9}" dt="2025-10-29T14:56:11.162" v="114" actId="1076"/>
          <ac:picMkLst>
            <pc:docMk/>
            <pc:sldMk cId="1975698293" sldId="264"/>
            <ac:picMk id="4" creationId="{9644E2B1-BC73-D987-7E7D-01674F4540BD}"/>
          </ac:picMkLst>
        </pc:picChg>
        <pc:picChg chg="add mod">
          <ac:chgData name="Utilisateur invité" userId="S::urn:spo:tenantanon#987b6351-7e5c-42d9-8e61-3830e896b75e::" providerId="AD" clId="Web-{9471D12E-2311-4FC2-76D9-A6B46E0A9FF9}" dt="2025-10-29T14:57:29.945" v="125" actId="1076"/>
          <ac:picMkLst>
            <pc:docMk/>
            <pc:sldMk cId="1975698293" sldId="264"/>
            <ac:picMk id="5" creationId="{3F0F3E0D-798E-C4E9-83C7-7ACA6DDCC50B}"/>
          </ac:picMkLst>
        </pc:picChg>
        <pc:picChg chg="add mod">
          <ac:chgData name="Utilisateur invité" userId="S::urn:spo:tenantanon#987b6351-7e5c-42d9-8e61-3830e896b75e::" providerId="AD" clId="Web-{9471D12E-2311-4FC2-76D9-A6B46E0A9FF9}" dt="2025-10-29T15:03:07.136" v="180" actId="14100"/>
          <ac:picMkLst>
            <pc:docMk/>
            <pc:sldMk cId="1975698293" sldId="264"/>
            <ac:picMk id="9" creationId="{F8547C62-4FFF-9827-24BB-AB5AF5E7709C}"/>
          </ac:picMkLst>
        </pc:picChg>
        <pc:picChg chg="add mod">
          <ac:chgData name="Utilisateur invité" userId="S::urn:spo:tenantanon#987b6351-7e5c-42d9-8e61-3830e896b75e::" providerId="AD" clId="Web-{9471D12E-2311-4FC2-76D9-A6B46E0A9FF9}" dt="2025-10-29T15:03:20.933" v="184" actId="688"/>
          <ac:picMkLst>
            <pc:docMk/>
            <pc:sldMk cId="1975698293" sldId="264"/>
            <ac:picMk id="10" creationId="{0CF153DA-C97F-192D-4C50-CB21B2A8338F}"/>
          </ac:picMkLst>
        </pc:picChg>
        <pc:picChg chg="add del mod">
          <ac:chgData name="Utilisateur invité" userId="S::urn:spo:tenantanon#987b6351-7e5c-42d9-8e61-3830e896b75e::" providerId="AD" clId="Web-{9471D12E-2311-4FC2-76D9-A6B46E0A9FF9}" dt="2025-10-29T15:01:18.025" v="147"/>
          <ac:picMkLst>
            <pc:docMk/>
            <pc:sldMk cId="1975698293" sldId="264"/>
            <ac:picMk id="11" creationId="{499ECC23-CDC1-6156-94D4-010E35306724}"/>
          </ac:picMkLst>
        </pc:picChg>
        <pc:picChg chg="add mod">
          <ac:chgData name="Utilisateur invité" userId="S::urn:spo:tenantanon#987b6351-7e5c-42d9-8e61-3830e896b75e::" providerId="AD" clId="Web-{9471D12E-2311-4FC2-76D9-A6B46E0A9FF9}" dt="2025-10-29T15:05:01.596" v="191" actId="1076"/>
          <ac:picMkLst>
            <pc:docMk/>
            <pc:sldMk cId="1975698293" sldId="264"/>
            <ac:picMk id="14" creationId="{AA439DE0-B904-6116-579C-3EEE13BF6603}"/>
          </ac:picMkLst>
        </pc:picChg>
      </pc:sldChg>
      <pc:sldChg chg="new">
        <pc:chgData name="Utilisateur invité" userId="S::urn:spo:tenantanon#987b6351-7e5c-42d9-8e61-3830e896b75e::" providerId="AD" clId="Web-{9471D12E-2311-4FC2-76D9-A6B46E0A9FF9}" dt="2025-10-29T14:57:17.663" v="119"/>
        <pc:sldMkLst>
          <pc:docMk/>
          <pc:sldMk cId="3716468710" sldId="265"/>
        </pc:sldMkLst>
      </pc:sldChg>
    </pc:docChg>
  </pc:docChgLst>
  <pc:docChgLst>
    <pc:chgData name="Julien SCHNITZLER" userId="S::julien.schnitzler@utt.fr::ff1cdc98-aa2b-4e36-9503-f82b9c3a1f18" providerId="AD" clId="Web-{A2883D03-06E9-AA20-07C5-FFE5D98D086C}"/>
    <pc:docChg chg="addSld delSld modSld sldOrd">
      <pc:chgData name="Julien SCHNITZLER" userId="S::julien.schnitzler@utt.fr::ff1cdc98-aa2b-4e36-9503-f82b9c3a1f18" providerId="AD" clId="Web-{A2883D03-06E9-AA20-07C5-FFE5D98D086C}" dt="2025-10-29T15:50:24.965" v="434" actId="20577"/>
      <pc:docMkLst>
        <pc:docMk/>
      </pc:docMkLst>
      <pc:sldChg chg="addSp delSp modSp mod setBg">
        <pc:chgData name="Julien SCHNITZLER" userId="S::julien.schnitzler@utt.fr::ff1cdc98-aa2b-4e36-9503-f82b9c3a1f18" providerId="AD" clId="Web-{A2883D03-06E9-AA20-07C5-FFE5D98D086C}" dt="2025-10-29T15:19:20.460" v="352"/>
        <pc:sldMkLst>
          <pc:docMk/>
          <pc:sldMk cId="2835366363" sldId="256"/>
        </pc:sldMkLst>
        <pc:spChg chg="add mod">
          <ac:chgData name="Julien SCHNITZLER" userId="S::julien.schnitzler@utt.fr::ff1cdc98-aa2b-4e36-9503-f82b9c3a1f18" providerId="AD" clId="Web-{A2883D03-06E9-AA20-07C5-FFE5D98D086C}" dt="2025-10-29T15:16:58.441" v="332"/>
          <ac:spMkLst>
            <pc:docMk/>
            <pc:sldMk cId="2835366363" sldId="256"/>
            <ac:spMk id="2" creationId="{816440F9-BDB5-C3E3-83D1-0D43E7F9809E}"/>
          </ac:spMkLst>
        </pc:spChg>
        <pc:spChg chg="mod ord">
          <ac:chgData name="Julien SCHNITZLER" userId="S::julien.schnitzler@utt.fr::ff1cdc98-aa2b-4e36-9503-f82b9c3a1f18" providerId="AD" clId="Web-{A2883D03-06E9-AA20-07C5-FFE5D98D086C}" dt="2025-10-29T15:19:06.819" v="347" actId="1076"/>
          <ac:spMkLst>
            <pc:docMk/>
            <pc:sldMk cId="2835366363" sldId="256"/>
            <ac:spMk id="3" creationId="{03326F26-D5C5-2F55-C599-87A7533258C6}"/>
          </ac:spMkLst>
        </pc:spChg>
        <pc:spChg chg="add del">
          <ac:chgData name="Julien SCHNITZLER" userId="S::julien.schnitzler@utt.fr::ff1cdc98-aa2b-4e36-9503-f82b9c3a1f18" providerId="AD" clId="Web-{A2883D03-06E9-AA20-07C5-FFE5D98D086C}" dt="2025-10-29T15:16:43.800" v="331"/>
          <ac:spMkLst>
            <pc:docMk/>
            <pc:sldMk cId="2835366363" sldId="256"/>
            <ac:spMk id="10" creationId="{3AFE8227-C443-417B-BA91-520EB1EF4559}"/>
          </ac:spMkLst>
        </pc:spChg>
        <pc:spChg chg="add del">
          <ac:chgData name="Julien SCHNITZLER" userId="S::julien.schnitzler@utt.fr::ff1cdc98-aa2b-4e36-9503-f82b9c3a1f18" providerId="AD" clId="Web-{A2883D03-06E9-AA20-07C5-FFE5D98D086C}" dt="2025-10-29T15:16:43.800" v="331"/>
          <ac:spMkLst>
            <pc:docMk/>
            <pc:sldMk cId="2835366363" sldId="256"/>
            <ac:spMk id="12" creationId="{907741FC-B544-4A6E-B831-6789D042333D}"/>
          </ac:spMkLst>
        </pc:spChg>
        <pc:spChg chg="add del">
          <ac:chgData name="Julien SCHNITZLER" userId="S::julien.schnitzler@utt.fr::ff1cdc98-aa2b-4e36-9503-f82b9c3a1f18" providerId="AD" clId="Web-{A2883D03-06E9-AA20-07C5-FFE5D98D086C}" dt="2025-10-29T15:16:43.800" v="331"/>
          <ac:spMkLst>
            <pc:docMk/>
            <pc:sldMk cId="2835366363" sldId="256"/>
            <ac:spMk id="14" creationId="{3F0BE7ED-7814-4273-B18A-F26CC0380380}"/>
          </ac:spMkLst>
        </pc:spChg>
        <pc:spChg chg="add">
          <ac:chgData name="Julien SCHNITZLER" userId="S::julien.schnitzler@utt.fr::ff1cdc98-aa2b-4e36-9503-f82b9c3a1f18" providerId="AD" clId="Web-{A2883D03-06E9-AA20-07C5-FFE5D98D086C}" dt="2025-10-29T15:16:58.441" v="332"/>
          <ac:spMkLst>
            <pc:docMk/>
            <pc:sldMk cId="2835366363" sldId="256"/>
            <ac:spMk id="24" creationId="{F94AA2BD-2E3F-4B1D-8127-5744B8115311}"/>
          </ac:spMkLst>
        </pc:spChg>
        <pc:spChg chg="add mod">
          <ac:chgData name="Julien SCHNITZLER" userId="S::julien.schnitzler@utt.fr::ff1cdc98-aa2b-4e36-9503-f82b9c3a1f18" providerId="AD" clId="Web-{A2883D03-06E9-AA20-07C5-FFE5D98D086C}" dt="2025-10-29T15:19:13.694" v="351"/>
          <ac:spMkLst>
            <pc:docMk/>
            <pc:sldMk cId="2835366363" sldId="256"/>
            <ac:spMk id="26" creationId="{4BD02261-2DC8-4AA8-9E16-7751AE892445}"/>
          </ac:spMkLst>
        </pc:spChg>
        <pc:spChg chg="add">
          <ac:chgData name="Julien SCHNITZLER" userId="S::julien.schnitzler@utt.fr::ff1cdc98-aa2b-4e36-9503-f82b9c3a1f18" providerId="AD" clId="Web-{A2883D03-06E9-AA20-07C5-FFE5D98D086C}" dt="2025-10-29T15:16:58.441" v="332"/>
          <ac:spMkLst>
            <pc:docMk/>
            <pc:sldMk cId="2835366363" sldId="256"/>
            <ac:spMk id="28" creationId="{3D752CF2-2291-40B5-B462-C17B174C10BC}"/>
          </ac:spMkLst>
        </pc:spChg>
        <pc:picChg chg="add del mod ord">
          <ac:chgData name="Julien SCHNITZLER" userId="S::julien.schnitzler@utt.fr::ff1cdc98-aa2b-4e36-9503-f82b9c3a1f18" providerId="AD" clId="Web-{A2883D03-06E9-AA20-07C5-FFE5D98D086C}" dt="2025-10-29T15:14:36.298" v="316"/>
          <ac:picMkLst>
            <pc:docMk/>
            <pc:sldMk cId="2835366363" sldId="256"/>
            <ac:picMk id="4" creationId="{7312763C-BAC2-95F8-81A2-A1AC8116F78D}"/>
          </ac:picMkLst>
        </pc:picChg>
        <pc:picChg chg="add mod ord">
          <ac:chgData name="Julien SCHNITZLER" userId="S::julien.schnitzler@utt.fr::ff1cdc98-aa2b-4e36-9503-f82b9c3a1f18" providerId="AD" clId="Web-{A2883D03-06E9-AA20-07C5-FFE5D98D086C}" dt="2025-10-29T15:16:58.441" v="332"/>
          <ac:picMkLst>
            <pc:docMk/>
            <pc:sldMk cId="2835366363" sldId="256"/>
            <ac:picMk id="5" creationId="{17033111-3080-E8DB-AC34-13C7EDB9E92B}"/>
          </ac:picMkLst>
        </pc:picChg>
        <pc:picChg chg="add mod modCrop">
          <ac:chgData name="Julien SCHNITZLER" userId="S::julien.schnitzler@utt.fr::ff1cdc98-aa2b-4e36-9503-f82b9c3a1f18" providerId="AD" clId="Web-{A2883D03-06E9-AA20-07C5-FFE5D98D086C}" dt="2025-10-29T15:19:20.460" v="352"/>
          <ac:picMkLst>
            <pc:docMk/>
            <pc:sldMk cId="2835366363" sldId="256"/>
            <ac:picMk id="6" creationId="{344ABBBE-A2B9-CCB1-A749-5FC8A988D73B}"/>
          </ac:picMkLst>
        </pc:picChg>
        <pc:cxnChg chg="add del">
          <ac:chgData name="Julien SCHNITZLER" userId="S::julien.schnitzler@utt.fr::ff1cdc98-aa2b-4e36-9503-f82b9c3a1f18" providerId="AD" clId="Web-{A2883D03-06E9-AA20-07C5-FFE5D98D086C}" dt="2025-10-29T15:16:58.441" v="332"/>
          <ac:cxnSpMkLst>
            <pc:docMk/>
            <pc:sldMk cId="2835366363" sldId="256"/>
            <ac:cxnSpMk id="19" creationId="{1503BFE4-729B-D9D0-C17B-501E6AF1127A}"/>
          </ac:cxnSpMkLst>
        </pc:cxnChg>
      </pc:sldChg>
      <pc:sldChg chg="addSp delSp modSp">
        <pc:chgData name="Julien SCHNITZLER" userId="S::julien.schnitzler@utt.fr::ff1cdc98-aa2b-4e36-9503-f82b9c3a1f18" providerId="AD" clId="Web-{A2883D03-06E9-AA20-07C5-FFE5D98D086C}" dt="2025-10-29T15:11:33.498" v="271"/>
        <pc:sldMkLst>
          <pc:docMk/>
          <pc:sldMk cId="2448081376" sldId="258"/>
        </pc:sldMkLst>
        <pc:spChg chg="del">
          <ac:chgData name="Julien SCHNITZLER" userId="S::julien.schnitzler@utt.fr::ff1cdc98-aa2b-4e36-9503-f82b9c3a1f18" providerId="AD" clId="Web-{A2883D03-06E9-AA20-07C5-FFE5D98D086C}" dt="2025-10-29T15:05:53.241" v="218"/>
          <ac:spMkLst>
            <pc:docMk/>
            <pc:sldMk cId="2448081376" sldId="258"/>
            <ac:spMk id="10" creationId="{732BA18C-350B-257F-E88B-D736BBDB054E}"/>
          </ac:spMkLst>
        </pc:spChg>
        <pc:spChg chg="mod">
          <ac:chgData name="Julien SCHNITZLER" userId="S::julien.schnitzler@utt.fr::ff1cdc98-aa2b-4e36-9503-f82b9c3a1f18" providerId="AD" clId="Web-{A2883D03-06E9-AA20-07C5-FFE5D98D086C}" dt="2025-10-29T15:11:09.669" v="265" actId="20577"/>
          <ac:spMkLst>
            <pc:docMk/>
            <pc:sldMk cId="2448081376" sldId="258"/>
            <ac:spMk id="12" creationId="{00105D00-D3A3-8E45-CF5E-E25AA64DCF45}"/>
          </ac:spMkLst>
        </pc:spChg>
        <pc:spChg chg="mod">
          <ac:chgData name="Julien SCHNITZLER" userId="S::julien.schnitzler@utt.fr::ff1cdc98-aa2b-4e36-9503-f82b9c3a1f18" providerId="AD" clId="Web-{A2883D03-06E9-AA20-07C5-FFE5D98D086C}" dt="2025-10-29T15:06:07.960" v="238" actId="20577"/>
          <ac:spMkLst>
            <pc:docMk/>
            <pc:sldMk cId="2448081376" sldId="258"/>
            <ac:spMk id="14" creationId="{175473BA-C7AC-7E2D-668C-F61EEB26CDB9}"/>
          </ac:spMkLst>
        </pc:spChg>
        <pc:picChg chg="add mod">
          <ac:chgData name="Julien SCHNITZLER" userId="S::julien.schnitzler@utt.fr::ff1cdc98-aa2b-4e36-9503-f82b9c3a1f18" providerId="AD" clId="Web-{A2883D03-06E9-AA20-07C5-FFE5D98D086C}" dt="2025-10-29T15:11:33.498" v="271"/>
          <ac:picMkLst>
            <pc:docMk/>
            <pc:sldMk cId="2448081376" sldId="258"/>
            <ac:picMk id="2" creationId="{BCE56CE1-2976-B056-9C6A-BB2B9BD7CE31}"/>
          </ac:picMkLst>
        </pc:picChg>
      </pc:sldChg>
      <pc:sldChg chg="addSp modSp">
        <pc:chgData name="Julien SCHNITZLER" userId="S::julien.schnitzler@utt.fr::ff1cdc98-aa2b-4e36-9503-f82b9c3a1f18" providerId="AD" clId="Web-{A2883D03-06E9-AA20-07C5-FFE5D98D086C}" dt="2025-10-29T14:50:41.207" v="191" actId="20577"/>
        <pc:sldMkLst>
          <pc:docMk/>
          <pc:sldMk cId="3937821688" sldId="260"/>
        </pc:sldMkLst>
        <pc:spChg chg="mod">
          <ac:chgData name="Julien SCHNITZLER" userId="S::julien.schnitzler@utt.fr::ff1cdc98-aa2b-4e36-9503-f82b9c3a1f18" providerId="AD" clId="Web-{A2883D03-06E9-AA20-07C5-FFE5D98D086C}" dt="2025-10-29T14:50:41.207" v="191" actId="20577"/>
          <ac:spMkLst>
            <pc:docMk/>
            <pc:sldMk cId="3937821688" sldId="260"/>
            <ac:spMk id="10" creationId="{411DD360-6CC2-B1FB-2872-16AC77D6E0EE}"/>
          </ac:spMkLst>
        </pc:spChg>
        <pc:picChg chg="add mod">
          <ac:chgData name="Julien SCHNITZLER" userId="S::julien.schnitzler@utt.fr::ff1cdc98-aa2b-4e36-9503-f82b9c3a1f18" providerId="AD" clId="Web-{A2883D03-06E9-AA20-07C5-FFE5D98D086C}" dt="2025-10-29T14:49:32.660" v="56" actId="1076"/>
          <ac:picMkLst>
            <pc:docMk/>
            <pc:sldMk cId="3937821688" sldId="260"/>
            <ac:picMk id="3" creationId="{734C5876-C0DC-840D-E034-2CCDEFAA132A}"/>
          </ac:picMkLst>
        </pc:picChg>
      </pc:sldChg>
      <pc:sldChg chg="addSp delSp modSp add ord replId">
        <pc:chgData name="Julien SCHNITZLER" userId="S::julien.schnitzler@utt.fr::ff1cdc98-aa2b-4e36-9503-f82b9c3a1f18" providerId="AD" clId="Web-{A2883D03-06E9-AA20-07C5-FFE5D98D086C}" dt="2025-10-29T15:00:52.254" v="208" actId="1076"/>
        <pc:sldMkLst>
          <pc:docMk/>
          <pc:sldMk cId="4130508580" sldId="261"/>
        </pc:sldMkLst>
        <pc:spChg chg="mod">
          <ac:chgData name="Julien SCHNITZLER" userId="S::julien.schnitzler@utt.fr::ff1cdc98-aa2b-4e36-9503-f82b9c3a1f18" providerId="AD" clId="Web-{A2883D03-06E9-AA20-07C5-FFE5D98D086C}" dt="2025-10-29T14:24:02.829" v="18" actId="20577"/>
          <ac:spMkLst>
            <pc:docMk/>
            <pc:sldMk cId="4130508580" sldId="261"/>
            <ac:spMk id="2" creationId="{0E7D5355-8912-74D3-6895-2425828D82E9}"/>
          </ac:spMkLst>
        </pc:spChg>
        <pc:spChg chg="mod">
          <ac:chgData name="Julien SCHNITZLER" userId="S::julien.schnitzler@utt.fr::ff1cdc98-aa2b-4e36-9503-f82b9c3a1f18" providerId="AD" clId="Web-{A2883D03-06E9-AA20-07C5-FFE5D98D086C}" dt="2025-10-29T14:25:10.813" v="46" actId="20577"/>
          <ac:spMkLst>
            <pc:docMk/>
            <pc:sldMk cId="4130508580" sldId="261"/>
            <ac:spMk id="10" creationId="{9CFDC199-E83C-139D-7E27-51CCA9E5002D}"/>
          </ac:spMkLst>
        </pc:spChg>
        <pc:picChg chg="add mod modCrop">
          <ac:chgData name="Julien SCHNITZLER" userId="S::julien.schnitzler@utt.fr::ff1cdc98-aa2b-4e36-9503-f82b9c3a1f18" providerId="AD" clId="Web-{A2883D03-06E9-AA20-07C5-FFE5D98D086C}" dt="2025-10-29T14:25:47.048" v="52"/>
          <ac:picMkLst>
            <pc:docMk/>
            <pc:sldMk cId="4130508580" sldId="261"/>
            <ac:picMk id="3" creationId="{CA923894-DFB1-BB96-8F5E-19AB0EB58BB6}"/>
          </ac:picMkLst>
        </pc:picChg>
        <pc:picChg chg="add del mod">
          <ac:chgData name="Julien SCHNITZLER" userId="S::julien.schnitzler@utt.fr::ff1cdc98-aa2b-4e36-9503-f82b9c3a1f18" providerId="AD" clId="Web-{A2883D03-06E9-AA20-07C5-FFE5D98D086C}" dt="2025-10-29T14:54:51.858" v="199"/>
          <ac:picMkLst>
            <pc:docMk/>
            <pc:sldMk cId="4130508580" sldId="261"/>
            <ac:picMk id="4" creationId="{D1A9FBE4-1875-7D81-F4F6-B4BF404F0121}"/>
          </ac:picMkLst>
        </pc:picChg>
        <pc:picChg chg="add mod">
          <ac:chgData name="Julien SCHNITZLER" userId="S::julien.schnitzler@utt.fr::ff1cdc98-aa2b-4e36-9503-f82b9c3a1f18" providerId="AD" clId="Web-{A2883D03-06E9-AA20-07C5-FFE5D98D086C}" dt="2025-10-29T15:00:52.254" v="208" actId="1076"/>
          <ac:picMkLst>
            <pc:docMk/>
            <pc:sldMk cId="4130508580" sldId="261"/>
            <ac:picMk id="6" creationId="{0980AD52-E25E-C39A-6CEC-DE9450A510E2}"/>
          </ac:picMkLst>
        </pc:picChg>
      </pc:sldChg>
      <pc:sldChg chg="modSp">
        <pc:chgData name="Julien SCHNITZLER" userId="S::julien.schnitzler@utt.fr::ff1cdc98-aa2b-4e36-9503-f82b9c3a1f18" providerId="AD" clId="Web-{A2883D03-06E9-AA20-07C5-FFE5D98D086C}" dt="2025-10-29T15:01:52.901" v="216" actId="20577"/>
        <pc:sldMkLst>
          <pc:docMk/>
          <pc:sldMk cId="3142789751" sldId="262"/>
        </pc:sldMkLst>
        <pc:spChg chg="mod">
          <ac:chgData name="Julien SCHNITZLER" userId="S::julien.schnitzler@utt.fr::ff1cdc98-aa2b-4e36-9503-f82b9c3a1f18" providerId="AD" clId="Web-{A2883D03-06E9-AA20-07C5-FFE5D98D086C}" dt="2025-10-29T15:01:08.130" v="214" actId="20577"/>
          <ac:spMkLst>
            <pc:docMk/>
            <pc:sldMk cId="3142789751" sldId="262"/>
            <ac:spMk id="2" creationId="{B0500CC8-B331-837A-E62D-ACA867AA10C6}"/>
          </ac:spMkLst>
        </pc:spChg>
        <pc:spChg chg="mod">
          <ac:chgData name="Julien SCHNITZLER" userId="S::julien.schnitzler@utt.fr::ff1cdc98-aa2b-4e36-9503-f82b9c3a1f18" providerId="AD" clId="Web-{A2883D03-06E9-AA20-07C5-FFE5D98D086C}" dt="2025-10-29T15:01:52.901" v="216" actId="20577"/>
          <ac:spMkLst>
            <pc:docMk/>
            <pc:sldMk cId="3142789751" sldId="262"/>
            <ac:spMk id="10" creationId="{4B9BA87E-6843-40B4-078F-BA00D78D5FCB}"/>
          </ac:spMkLst>
        </pc:spChg>
      </pc:sldChg>
      <pc:sldChg chg="modSp">
        <pc:chgData name="Julien SCHNITZLER" userId="S::julien.schnitzler@utt.fr::ff1cdc98-aa2b-4e36-9503-f82b9c3a1f18" providerId="AD" clId="Web-{A2883D03-06E9-AA20-07C5-FFE5D98D086C}" dt="2025-10-29T15:50:24.965" v="434" actId="20577"/>
        <pc:sldMkLst>
          <pc:docMk/>
          <pc:sldMk cId="3716468710" sldId="265"/>
        </pc:sldMkLst>
        <pc:spChg chg="mod">
          <ac:chgData name="Julien SCHNITZLER" userId="S::julien.schnitzler@utt.fr::ff1cdc98-aa2b-4e36-9503-f82b9c3a1f18" providerId="AD" clId="Web-{A2883D03-06E9-AA20-07C5-FFE5D98D086C}" dt="2025-10-29T15:50:24.965" v="434" actId="20577"/>
          <ac:spMkLst>
            <pc:docMk/>
            <pc:sldMk cId="3716468710" sldId="265"/>
            <ac:spMk id="3" creationId="{787DD177-427E-DA9E-9340-440B44854C6E}"/>
          </ac:spMkLst>
        </pc:spChg>
      </pc:sldChg>
      <pc:sldChg chg="modSp add replId">
        <pc:chgData name="Julien SCHNITZLER" userId="S::julien.schnitzler@utt.fr::ff1cdc98-aa2b-4e36-9503-f82b9c3a1f18" providerId="AD" clId="Web-{A2883D03-06E9-AA20-07C5-FFE5D98D086C}" dt="2025-10-29T15:06:17.851" v="247" actId="20577"/>
        <pc:sldMkLst>
          <pc:docMk/>
          <pc:sldMk cId="3037999819" sldId="266"/>
        </pc:sldMkLst>
        <pc:spChg chg="mod">
          <ac:chgData name="Julien SCHNITZLER" userId="S::julien.schnitzler@utt.fr::ff1cdc98-aa2b-4e36-9503-f82b9c3a1f18" providerId="AD" clId="Web-{A2883D03-06E9-AA20-07C5-FFE5D98D086C}" dt="2025-10-29T15:06:17.851" v="247" actId="20577"/>
          <ac:spMkLst>
            <pc:docMk/>
            <pc:sldMk cId="3037999819" sldId="266"/>
            <ac:spMk id="14" creationId="{5F29F1A1-C83C-3EC1-4C0E-B8F58906A218}"/>
          </ac:spMkLst>
        </pc:spChg>
      </pc:sldChg>
      <pc:sldChg chg="delSp modSp add replId">
        <pc:chgData name="Julien SCHNITZLER" userId="S::julien.schnitzler@utt.fr::ff1cdc98-aa2b-4e36-9503-f82b9c3a1f18" providerId="AD" clId="Web-{A2883D03-06E9-AA20-07C5-FFE5D98D086C}" dt="2025-10-29T15:11:27.982" v="270"/>
        <pc:sldMkLst>
          <pc:docMk/>
          <pc:sldMk cId="336532122" sldId="267"/>
        </pc:sldMkLst>
        <pc:spChg chg="del">
          <ac:chgData name="Julien SCHNITZLER" userId="S::julien.schnitzler@utt.fr::ff1cdc98-aa2b-4e36-9503-f82b9c3a1f18" providerId="AD" clId="Web-{A2883D03-06E9-AA20-07C5-FFE5D98D086C}" dt="2025-10-29T15:11:19.107" v="266"/>
          <ac:spMkLst>
            <pc:docMk/>
            <pc:sldMk cId="336532122" sldId="267"/>
            <ac:spMk id="12" creationId="{7526AB5F-1C3A-F244-CDE0-EBF444DA9157}"/>
          </ac:spMkLst>
        </pc:spChg>
        <pc:picChg chg="del">
          <ac:chgData name="Julien SCHNITZLER" userId="S::julien.schnitzler@utt.fr::ff1cdc98-aa2b-4e36-9503-f82b9c3a1f18" providerId="AD" clId="Web-{A2883D03-06E9-AA20-07C5-FFE5D98D086C}" dt="2025-10-29T15:07:16.368" v="249"/>
          <ac:picMkLst>
            <pc:docMk/>
            <pc:sldMk cId="336532122" sldId="267"/>
            <ac:picMk id="2" creationId="{45CED603-2959-28E4-CB2D-D0328DF9970A}"/>
          </ac:picMkLst>
        </pc:picChg>
        <pc:picChg chg="mod">
          <ac:chgData name="Julien SCHNITZLER" userId="S::julien.schnitzler@utt.fr::ff1cdc98-aa2b-4e36-9503-f82b9c3a1f18" providerId="AD" clId="Web-{A2883D03-06E9-AA20-07C5-FFE5D98D086C}" dt="2025-10-29T15:11:27.982" v="270"/>
          <ac:picMkLst>
            <pc:docMk/>
            <pc:sldMk cId="336532122" sldId="267"/>
            <ac:picMk id="4" creationId="{80A441BF-0CB9-DF6C-4C9E-80381B97CF94}"/>
          </ac:picMkLst>
        </pc:picChg>
      </pc:sldChg>
      <pc:sldChg chg="addSp delSp modSp add replId">
        <pc:chgData name="Julien SCHNITZLER" userId="S::julien.schnitzler@utt.fr::ff1cdc98-aa2b-4e36-9503-f82b9c3a1f18" providerId="AD" clId="Web-{A2883D03-06E9-AA20-07C5-FFE5D98D086C}" dt="2025-10-29T15:11:43.514" v="274" actId="1076"/>
        <pc:sldMkLst>
          <pc:docMk/>
          <pc:sldMk cId="4237871847" sldId="268"/>
        </pc:sldMkLst>
        <pc:spChg chg="del mod">
          <ac:chgData name="Julien SCHNITZLER" userId="S::julien.schnitzler@utt.fr::ff1cdc98-aa2b-4e36-9503-f82b9c3a1f18" providerId="AD" clId="Web-{A2883D03-06E9-AA20-07C5-FFE5D98D086C}" dt="2025-10-29T15:11:41.061" v="273"/>
          <ac:spMkLst>
            <pc:docMk/>
            <pc:sldMk cId="4237871847" sldId="268"/>
            <ac:spMk id="12" creationId="{1EF20EA0-E297-D1BD-7A3B-FA8E59593010}"/>
          </ac:spMkLst>
        </pc:spChg>
        <pc:picChg chg="add mod">
          <ac:chgData name="Julien SCHNITZLER" userId="S::julien.schnitzler@utt.fr::ff1cdc98-aa2b-4e36-9503-f82b9c3a1f18" providerId="AD" clId="Web-{A2883D03-06E9-AA20-07C5-FFE5D98D086C}" dt="2025-10-29T15:11:43.514" v="274" actId="1076"/>
          <ac:picMkLst>
            <pc:docMk/>
            <pc:sldMk cId="4237871847" sldId="268"/>
            <ac:picMk id="2" creationId="{003F570A-6D83-7C4B-4F16-DD6E9A987EC3}"/>
          </ac:picMkLst>
        </pc:picChg>
        <pc:picChg chg="del">
          <ac:chgData name="Julien SCHNITZLER" userId="S::julien.schnitzler@utt.fr::ff1cdc98-aa2b-4e36-9503-f82b9c3a1f18" providerId="AD" clId="Web-{A2883D03-06E9-AA20-07C5-FFE5D98D086C}" dt="2025-10-29T15:08:48.916" v="251"/>
          <ac:picMkLst>
            <pc:docMk/>
            <pc:sldMk cId="4237871847" sldId="268"/>
            <ac:picMk id="4" creationId="{8D72B02C-0BAC-5C15-F978-05669E7C4590}"/>
          </ac:picMkLst>
        </pc:picChg>
      </pc:sldChg>
      <pc:sldChg chg="add del replId">
        <pc:chgData name="Julien SCHNITZLER" userId="S::julien.schnitzler@utt.fr::ff1cdc98-aa2b-4e36-9503-f82b9c3a1f18" providerId="AD" clId="Web-{A2883D03-06E9-AA20-07C5-FFE5D98D086C}" dt="2025-10-29T15:15:18.096" v="318"/>
        <pc:sldMkLst>
          <pc:docMk/>
          <pc:sldMk cId="1457635956" sldId="269"/>
        </pc:sldMkLst>
      </pc:sldChg>
    </pc:docChg>
  </pc:docChgLst>
  <pc:docChgLst>
    <pc:chgData name="Julien SCHNITZLER" userId="S::julien.schnitzler@utt.fr::ff1cdc98-aa2b-4e36-9503-f82b9c3a1f18" providerId="AD" clId="Web-{A7C0F2BC-54F9-D3D9-5E15-9B45FA3B0E08}"/>
    <pc:docChg chg="addSld modSld">
      <pc:chgData name="Julien SCHNITZLER" userId="S::julien.schnitzler@utt.fr::ff1cdc98-aa2b-4e36-9503-f82b9c3a1f18" providerId="AD" clId="Web-{A7C0F2BC-54F9-D3D9-5E15-9B45FA3B0E08}" dt="2025-10-29T15:55:21.875" v="252" actId="20577"/>
      <pc:docMkLst>
        <pc:docMk/>
      </pc:docMkLst>
      <pc:sldChg chg="modSp">
        <pc:chgData name="Julien SCHNITZLER" userId="S::julien.schnitzler@utt.fr::ff1cdc98-aa2b-4e36-9503-f82b9c3a1f18" providerId="AD" clId="Web-{A7C0F2BC-54F9-D3D9-5E15-9B45FA3B0E08}" dt="2025-10-29T15:52:48.933" v="208" actId="20577"/>
        <pc:sldMkLst>
          <pc:docMk/>
          <pc:sldMk cId="3716468710" sldId="265"/>
        </pc:sldMkLst>
        <pc:spChg chg="mod">
          <ac:chgData name="Julien SCHNITZLER" userId="S::julien.schnitzler@utt.fr::ff1cdc98-aa2b-4e36-9503-f82b9c3a1f18" providerId="AD" clId="Web-{A7C0F2BC-54F9-D3D9-5E15-9B45FA3B0E08}" dt="2025-10-29T15:52:48.933" v="208" actId="20577"/>
          <ac:spMkLst>
            <pc:docMk/>
            <pc:sldMk cId="3716468710" sldId="265"/>
            <ac:spMk id="3" creationId="{787DD177-427E-DA9E-9340-440B44854C6E}"/>
          </ac:spMkLst>
        </pc:spChg>
      </pc:sldChg>
      <pc:sldChg chg="modSp add replId">
        <pc:chgData name="Julien SCHNITZLER" userId="S::julien.schnitzler@utt.fr::ff1cdc98-aa2b-4e36-9503-f82b9c3a1f18" providerId="AD" clId="Web-{A7C0F2BC-54F9-D3D9-5E15-9B45FA3B0E08}" dt="2025-10-29T15:54:30.124" v="225" actId="20577"/>
        <pc:sldMkLst>
          <pc:docMk/>
          <pc:sldMk cId="4294355309" sldId="269"/>
        </pc:sldMkLst>
        <pc:spChg chg="mod">
          <ac:chgData name="Julien SCHNITZLER" userId="S::julien.schnitzler@utt.fr::ff1cdc98-aa2b-4e36-9503-f82b9c3a1f18" providerId="AD" clId="Web-{A7C0F2BC-54F9-D3D9-5E15-9B45FA3B0E08}" dt="2025-10-29T15:54:30.124" v="225" actId="20577"/>
          <ac:spMkLst>
            <pc:docMk/>
            <pc:sldMk cId="4294355309" sldId="269"/>
            <ac:spMk id="2" creationId="{718AE627-3637-3DDC-D93B-71035F08966F}"/>
          </ac:spMkLst>
        </pc:spChg>
        <pc:spChg chg="mod">
          <ac:chgData name="Julien SCHNITZLER" userId="S::julien.schnitzler@utt.fr::ff1cdc98-aa2b-4e36-9503-f82b9c3a1f18" providerId="AD" clId="Web-{A7C0F2BC-54F9-D3D9-5E15-9B45FA3B0E08}" dt="2025-10-29T15:54:17.561" v="213" actId="1076"/>
          <ac:spMkLst>
            <pc:docMk/>
            <pc:sldMk cId="4294355309" sldId="269"/>
            <ac:spMk id="3" creationId="{E472C85C-0472-A03C-F5EC-06C386C522E4}"/>
          </ac:spMkLst>
        </pc:spChg>
      </pc:sldChg>
      <pc:sldChg chg="modSp add replId">
        <pc:chgData name="Julien SCHNITZLER" userId="S::julien.schnitzler@utt.fr::ff1cdc98-aa2b-4e36-9503-f82b9c3a1f18" providerId="AD" clId="Web-{A7C0F2BC-54F9-D3D9-5E15-9B45FA3B0E08}" dt="2025-10-29T15:55:21.875" v="252" actId="20577"/>
        <pc:sldMkLst>
          <pc:docMk/>
          <pc:sldMk cId="3078528440" sldId="270"/>
        </pc:sldMkLst>
        <pc:spChg chg="mod">
          <ac:chgData name="Julien SCHNITZLER" userId="S::julien.schnitzler@utt.fr::ff1cdc98-aa2b-4e36-9503-f82b9c3a1f18" providerId="AD" clId="Web-{A7C0F2BC-54F9-D3D9-5E15-9B45FA3B0E08}" dt="2025-10-29T15:55:01.562" v="233" actId="20577"/>
          <ac:spMkLst>
            <pc:docMk/>
            <pc:sldMk cId="3078528440" sldId="270"/>
            <ac:spMk id="2" creationId="{83683158-8A36-95FA-2EE6-764CFBF4E707}"/>
          </ac:spMkLst>
        </pc:spChg>
        <pc:spChg chg="mod">
          <ac:chgData name="Julien SCHNITZLER" userId="S::julien.schnitzler@utt.fr::ff1cdc98-aa2b-4e36-9503-f82b9c3a1f18" providerId="AD" clId="Web-{A7C0F2BC-54F9-D3D9-5E15-9B45FA3B0E08}" dt="2025-10-29T15:55:21.875" v="252" actId="20577"/>
          <ac:spMkLst>
            <pc:docMk/>
            <pc:sldMk cId="3078528440" sldId="270"/>
            <ac:spMk id="3" creationId="{7B944760-AD3C-5B6B-98E8-8BC3395F277B}"/>
          </ac:spMkLst>
        </pc:spChg>
      </pc:sldChg>
    </pc:docChg>
  </pc:docChgLst>
  <pc:docChgLst>
    <pc:chgData name="Utilisateur invité" userId="S::urn:spo:tenantanon#987b6351-7e5c-42d9-8e61-3830e896b75e::" providerId="AD" clId="Web-{B16DD48B-9C4F-6028-AB69-CAC4E578FA4D}"/>
    <pc:docChg chg="addSld delSld modSld">
      <pc:chgData name="Utilisateur invité" userId="S::urn:spo:tenantanon#987b6351-7e5c-42d9-8e61-3830e896b75e::" providerId="AD" clId="Web-{B16DD48B-9C4F-6028-AB69-CAC4E578FA4D}" dt="2025-10-29T15:07:57.629" v="47" actId="1076"/>
      <pc:docMkLst>
        <pc:docMk/>
      </pc:docMkLst>
      <pc:sldChg chg="addSp delSp modSp">
        <pc:chgData name="Utilisateur invité" userId="S::urn:spo:tenantanon#987b6351-7e5c-42d9-8e61-3830e896b75e::" providerId="AD" clId="Web-{B16DD48B-9C4F-6028-AB69-CAC4E578FA4D}" dt="2025-10-29T14:48:35.554" v="17" actId="14100"/>
        <pc:sldMkLst>
          <pc:docMk/>
          <pc:sldMk cId="3142789751" sldId="262"/>
        </pc:sldMkLst>
        <pc:spChg chg="mod">
          <ac:chgData name="Utilisateur invité" userId="S::urn:spo:tenantanon#987b6351-7e5c-42d9-8e61-3830e896b75e::" providerId="AD" clId="Web-{B16DD48B-9C4F-6028-AB69-CAC4E578FA4D}" dt="2025-10-29T14:48:01.597" v="8" actId="20577"/>
          <ac:spMkLst>
            <pc:docMk/>
            <pc:sldMk cId="3142789751" sldId="262"/>
            <ac:spMk id="3" creationId="{29D512DB-41AD-5555-6A1D-6035F88B4F35}"/>
          </ac:spMkLst>
        </pc:spChg>
        <pc:spChg chg="mod">
          <ac:chgData name="Utilisateur invité" userId="S::urn:spo:tenantanon#987b6351-7e5c-42d9-8e61-3830e896b75e::" providerId="AD" clId="Web-{B16DD48B-9C4F-6028-AB69-CAC4E578FA4D}" dt="2025-10-29T14:48:06.207" v="10" actId="20577"/>
          <ac:spMkLst>
            <pc:docMk/>
            <pc:sldMk cId="3142789751" sldId="262"/>
            <ac:spMk id="4" creationId="{5D631EBD-88E0-C524-BAE5-A3E873731CFC}"/>
          </ac:spMkLst>
        </pc:spChg>
        <pc:spChg chg="mod">
          <ac:chgData name="Utilisateur invité" userId="S::urn:spo:tenantanon#987b6351-7e5c-42d9-8e61-3830e896b75e::" providerId="AD" clId="Web-{B16DD48B-9C4F-6028-AB69-CAC4E578FA4D}" dt="2025-10-29T14:48:11.583" v="12" actId="20577"/>
          <ac:spMkLst>
            <pc:docMk/>
            <pc:sldMk cId="3142789751" sldId="262"/>
            <ac:spMk id="5" creationId="{E1579024-8C41-9B93-87B9-7237BC516D1A}"/>
          </ac:spMkLst>
        </pc:spChg>
        <pc:spChg chg="mod">
          <ac:chgData name="Utilisateur invité" userId="S::urn:spo:tenantanon#987b6351-7e5c-42d9-8e61-3830e896b75e::" providerId="AD" clId="Web-{B16DD48B-9C4F-6028-AB69-CAC4E578FA4D}" dt="2025-10-29T14:48:28.850" v="16" actId="20577"/>
          <ac:spMkLst>
            <pc:docMk/>
            <pc:sldMk cId="3142789751" sldId="262"/>
            <ac:spMk id="10" creationId="{4B9BA87E-6843-40B4-078F-BA00D78D5FCB}"/>
          </ac:spMkLst>
        </pc:spChg>
        <pc:picChg chg="mod">
          <ac:chgData name="Utilisateur invité" userId="S::urn:spo:tenantanon#987b6351-7e5c-42d9-8e61-3830e896b75e::" providerId="AD" clId="Web-{B16DD48B-9C4F-6028-AB69-CAC4E578FA4D}" dt="2025-10-29T14:40:58.953" v="0"/>
          <ac:picMkLst>
            <pc:docMk/>
            <pc:sldMk cId="3142789751" sldId="262"/>
            <ac:picMk id="7" creationId="{1C3CECE7-F597-533B-13D8-AC386A4A8A8A}"/>
          </ac:picMkLst>
        </pc:picChg>
        <pc:picChg chg="add del mod">
          <ac:chgData name="Utilisateur invité" userId="S::urn:spo:tenantanon#987b6351-7e5c-42d9-8e61-3830e896b75e::" providerId="AD" clId="Web-{B16DD48B-9C4F-6028-AB69-CAC4E578FA4D}" dt="2025-10-29T14:48:35.554" v="17" actId="14100"/>
          <ac:picMkLst>
            <pc:docMk/>
            <pc:sldMk cId="3142789751" sldId="262"/>
            <ac:picMk id="8" creationId="{6513DFED-134A-26E7-E115-388354236524}"/>
          </ac:picMkLst>
        </pc:picChg>
        <pc:picChg chg="mod">
          <ac:chgData name="Utilisateur invité" userId="S::urn:spo:tenantanon#987b6351-7e5c-42d9-8e61-3830e896b75e::" providerId="AD" clId="Web-{B16DD48B-9C4F-6028-AB69-CAC4E578FA4D}" dt="2025-10-29T14:43:17.028" v="2"/>
          <ac:picMkLst>
            <pc:docMk/>
            <pc:sldMk cId="3142789751" sldId="262"/>
            <ac:picMk id="9" creationId="{252A96C5-EA32-1B11-0EBD-D036E33DC301}"/>
          </ac:picMkLst>
        </pc:picChg>
        <pc:picChg chg="mod">
          <ac:chgData name="Utilisateur invité" userId="S::urn:spo:tenantanon#987b6351-7e5c-42d9-8e61-3830e896b75e::" providerId="AD" clId="Web-{B16DD48B-9C4F-6028-AB69-CAC4E578FA4D}" dt="2025-10-29T14:45:55.760" v="3"/>
          <ac:picMkLst>
            <pc:docMk/>
            <pc:sldMk cId="3142789751" sldId="262"/>
            <ac:picMk id="11" creationId="{48933774-56CA-14D5-7988-93EBCBB48851}"/>
          </ac:picMkLst>
        </pc:picChg>
      </pc:sldChg>
      <pc:sldChg chg="modSp new">
        <pc:chgData name="Utilisateur invité" userId="S::urn:spo:tenantanon#987b6351-7e5c-42d9-8e61-3830e896b75e::" providerId="AD" clId="Web-{B16DD48B-9C4F-6028-AB69-CAC4E578FA4D}" dt="2025-10-29T14:51:12.747" v="40" actId="20577"/>
        <pc:sldMkLst>
          <pc:docMk/>
          <pc:sldMk cId="1975698293" sldId="264"/>
        </pc:sldMkLst>
        <pc:spChg chg="mod">
          <ac:chgData name="Utilisateur invité" userId="S::urn:spo:tenantanon#987b6351-7e5c-42d9-8e61-3830e896b75e::" providerId="AD" clId="Web-{B16DD48B-9C4F-6028-AB69-CAC4E578FA4D}" dt="2025-10-29T14:50:25.091" v="33" actId="20577"/>
          <ac:spMkLst>
            <pc:docMk/>
            <pc:sldMk cId="1975698293" sldId="264"/>
            <ac:spMk id="2" creationId="{272BCB68-EFF4-8173-D9EF-8951F677DAD5}"/>
          </ac:spMkLst>
        </pc:spChg>
        <pc:spChg chg="mod">
          <ac:chgData name="Utilisateur invité" userId="S::urn:spo:tenantanon#987b6351-7e5c-42d9-8e61-3830e896b75e::" providerId="AD" clId="Web-{B16DD48B-9C4F-6028-AB69-CAC4E578FA4D}" dt="2025-10-29T14:51:12.747" v="40" actId="20577"/>
          <ac:spMkLst>
            <pc:docMk/>
            <pc:sldMk cId="1975698293" sldId="264"/>
            <ac:spMk id="3" creationId="{BF7ACE34-94D6-13FF-1BD2-3D8ECE95939D}"/>
          </ac:spMkLst>
        </pc:spChg>
      </pc:sldChg>
      <pc:sldChg chg="new del">
        <pc:chgData name="Utilisateur invité" userId="S::urn:spo:tenantanon#987b6351-7e5c-42d9-8e61-3830e896b75e::" providerId="AD" clId="Web-{B16DD48B-9C4F-6028-AB69-CAC4E578FA4D}" dt="2025-10-29T14:49:55.763" v="21"/>
        <pc:sldMkLst>
          <pc:docMk/>
          <pc:sldMk cId="3437889035" sldId="264"/>
        </pc:sldMkLst>
      </pc:sldChg>
      <pc:sldChg chg="new del">
        <pc:chgData name="Utilisateur invité" userId="S::urn:spo:tenantanon#987b6351-7e5c-42d9-8e61-3830e896b75e::" providerId="AD" clId="Web-{B16DD48B-9C4F-6028-AB69-CAC4E578FA4D}" dt="2025-10-29T14:49:54.278" v="20"/>
        <pc:sldMkLst>
          <pc:docMk/>
          <pc:sldMk cId="911175795" sldId="265"/>
        </pc:sldMkLst>
      </pc:sldChg>
      <pc:sldChg chg="addSp delSp modSp">
        <pc:chgData name="Utilisateur invité" userId="S::urn:spo:tenantanon#987b6351-7e5c-42d9-8e61-3830e896b75e::" providerId="AD" clId="Web-{B16DD48B-9C4F-6028-AB69-CAC4E578FA4D}" dt="2025-10-29T15:07:57.629" v="47" actId="1076"/>
        <pc:sldMkLst>
          <pc:docMk/>
          <pc:sldMk cId="336532122" sldId="267"/>
        </pc:sldMkLst>
        <pc:picChg chg="add del mod">
          <ac:chgData name="Utilisateur invité" userId="S::urn:spo:tenantanon#987b6351-7e5c-42d9-8e61-3830e896b75e::" providerId="AD" clId="Web-{B16DD48B-9C4F-6028-AB69-CAC4E578FA4D}" dt="2025-10-29T15:07:42.201" v="42"/>
          <ac:picMkLst>
            <pc:docMk/>
            <pc:sldMk cId="336532122" sldId="267"/>
            <ac:picMk id="3" creationId="{1A8B8353-07BA-8CBF-6FB5-E84365A615E2}"/>
          </ac:picMkLst>
        </pc:picChg>
        <pc:picChg chg="add mod">
          <ac:chgData name="Utilisateur invité" userId="S::urn:spo:tenantanon#987b6351-7e5c-42d9-8e61-3830e896b75e::" providerId="AD" clId="Web-{B16DD48B-9C4F-6028-AB69-CAC4E578FA4D}" dt="2025-10-29T15:07:57.629" v="47" actId="1076"/>
          <ac:picMkLst>
            <pc:docMk/>
            <pc:sldMk cId="336532122" sldId="267"/>
            <ac:picMk id="4" creationId="{80A441BF-0CB9-DF6C-4C9E-80381B97CF94}"/>
          </ac:picMkLst>
        </pc:picChg>
      </pc:sldChg>
    </pc:docChg>
  </pc:docChgLst>
  <pc:docChgLst>
    <pc:chgData name="Julien Schnitzler" userId="35479b42-f861-41c5-9033-d862b672f3d3" providerId="ADAL" clId="{1F958575-6B69-4DF3-A0B0-26954F510FA7}"/>
    <pc:docChg chg="custSel modSld">
      <pc:chgData name="Julien Schnitzler" userId="35479b42-f861-41c5-9033-d862b672f3d3" providerId="ADAL" clId="{1F958575-6B69-4DF3-A0B0-26954F510FA7}" dt="2025-10-29T13:58:51.357" v="102" actId="113"/>
      <pc:docMkLst>
        <pc:docMk/>
      </pc:docMkLst>
      <pc:sldChg chg="modSp mod">
        <pc:chgData name="Julien Schnitzler" userId="35479b42-f861-41c5-9033-d862b672f3d3" providerId="ADAL" clId="{1F958575-6B69-4DF3-A0B0-26954F510FA7}" dt="2025-10-29T13:58:51.357" v="102" actId="113"/>
        <pc:sldMkLst>
          <pc:docMk/>
          <pc:sldMk cId="2835366363" sldId="256"/>
        </pc:sldMkLst>
        <pc:spChg chg="mod">
          <ac:chgData name="Julien Schnitzler" userId="35479b42-f861-41c5-9033-d862b672f3d3" providerId="ADAL" clId="{1F958575-6B69-4DF3-A0B0-26954F510FA7}" dt="2025-10-29T13:58:51.357" v="102" actId="113"/>
          <ac:spMkLst>
            <pc:docMk/>
            <pc:sldMk cId="2835366363" sldId="256"/>
            <ac:spMk id="3" creationId="{03326F26-D5C5-2F55-C599-87A7533258C6}"/>
          </ac:spMkLst>
        </pc:spChg>
      </pc:sldChg>
      <pc:sldChg chg="modSp mod">
        <pc:chgData name="Julien Schnitzler" userId="35479b42-f861-41c5-9033-d862b672f3d3" providerId="ADAL" clId="{1F958575-6B69-4DF3-A0B0-26954F510FA7}" dt="2025-10-29T13:56:16.772" v="5" actId="1076"/>
        <pc:sldMkLst>
          <pc:docMk/>
          <pc:sldMk cId="2425521712" sldId="257"/>
        </pc:sldMkLst>
        <pc:spChg chg="mod">
          <ac:chgData name="Julien Schnitzler" userId="35479b42-f861-41c5-9033-d862b672f3d3" providerId="ADAL" clId="{1F958575-6B69-4DF3-A0B0-26954F510FA7}" dt="2025-10-29T13:56:16.772" v="5" actId="1076"/>
          <ac:spMkLst>
            <pc:docMk/>
            <pc:sldMk cId="2425521712" sldId="257"/>
            <ac:spMk id="2" creationId="{805CC4D8-56E7-CFD7-2A13-3E12B1446E22}"/>
          </ac:spMkLst>
        </pc:spChg>
      </pc:sldChg>
      <pc:sldChg chg="addSp delSp modSp mod">
        <pc:chgData name="Julien Schnitzler" userId="35479b42-f861-41c5-9033-d862b672f3d3" providerId="ADAL" clId="{1F958575-6B69-4DF3-A0B0-26954F510FA7}" dt="2025-10-29T13:58:44.345" v="101" actId="6549"/>
        <pc:sldMkLst>
          <pc:docMk/>
          <pc:sldMk cId="2448081376" sldId="258"/>
        </pc:sldMkLst>
        <pc:spChg chg="mod">
          <ac:chgData name="Julien Schnitzler" userId="35479b42-f861-41c5-9033-d862b672f3d3" providerId="ADAL" clId="{1F958575-6B69-4DF3-A0B0-26954F510FA7}" dt="2025-10-29T13:58:44.345" v="101" actId="6549"/>
          <ac:spMkLst>
            <pc:docMk/>
            <pc:sldMk cId="2448081376" sldId="258"/>
            <ac:spMk id="10" creationId="{732BA18C-350B-257F-E88B-D736BBDB054E}"/>
          </ac:spMkLst>
        </pc:spChg>
        <pc:spChg chg="del">
          <ac:chgData name="Julien Schnitzler" userId="35479b42-f861-41c5-9033-d862b672f3d3" providerId="ADAL" clId="{1F958575-6B69-4DF3-A0B0-26954F510FA7}" dt="2025-10-29T13:56:22.243" v="6" actId="478"/>
          <ac:spMkLst>
            <pc:docMk/>
            <pc:sldMk cId="2448081376" sldId="258"/>
            <ac:spMk id="13" creationId="{78EF185F-E7F8-E581-38C6-519DC9BD887B}"/>
          </ac:spMkLst>
        </pc:spChg>
        <pc:spChg chg="add mod">
          <ac:chgData name="Julien Schnitzler" userId="35479b42-f861-41c5-9033-d862b672f3d3" providerId="ADAL" clId="{1F958575-6B69-4DF3-A0B0-26954F510FA7}" dt="2025-10-29T13:56:24.996" v="12" actId="20577"/>
          <ac:spMkLst>
            <pc:docMk/>
            <pc:sldMk cId="2448081376" sldId="258"/>
            <ac:spMk id="14" creationId="{175473BA-C7AC-7E2D-668C-F61EEB26CDB9}"/>
          </ac:spMkLst>
        </pc:spChg>
      </pc:sldChg>
      <pc:sldChg chg="addSp delSp modSp mod">
        <pc:chgData name="Julien Schnitzler" userId="35479b42-f861-41c5-9033-d862b672f3d3" providerId="ADAL" clId="{1F958575-6B69-4DF3-A0B0-26954F510FA7}" dt="2025-10-29T13:56:35.480" v="34" actId="20577"/>
        <pc:sldMkLst>
          <pc:docMk/>
          <pc:sldMk cId="1472278355" sldId="259"/>
        </pc:sldMkLst>
        <pc:spChg chg="del">
          <ac:chgData name="Julien Schnitzler" userId="35479b42-f861-41c5-9033-d862b672f3d3" providerId="ADAL" clId="{1F958575-6B69-4DF3-A0B0-26954F510FA7}" dt="2025-10-29T13:56:30.573" v="13" actId="478"/>
          <ac:spMkLst>
            <pc:docMk/>
            <pc:sldMk cId="1472278355" sldId="259"/>
            <ac:spMk id="3" creationId="{605E3780-4451-F982-ED42-7B7B8E0DBCD8}"/>
          </ac:spMkLst>
        </pc:spChg>
        <pc:spChg chg="add mod">
          <ac:chgData name="Julien Schnitzler" userId="35479b42-f861-41c5-9033-d862b672f3d3" providerId="ADAL" clId="{1F958575-6B69-4DF3-A0B0-26954F510FA7}" dt="2025-10-29T13:56:35.480" v="34" actId="20577"/>
          <ac:spMkLst>
            <pc:docMk/>
            <pc:sldMk cId="1472278355" sldId="259"/>
            <ac:spMk id="4" creationId="{316E3763-C8D6-3BFD-7B11-56DEFDCBFE1F}"/>
          </ac:spMkLst>
        </pc:spChg>
      </pc:sldChg>
      <pc:sldChg chg="addSp delSp modSp mod">
        <pc:chgData name="Julien Schnitzler" userId="35479b42-f861-41c5-9033-d862b672f3d3" providerId="ADAL" clId="{1F958575-6B69-4DF3-A0B0-26954F510FA7}" dt="2025-10-29T13:58:29.379" v="100" actId="20577"/>
        <pc:sldMkLst>
          <pc:docMk/>
          <pc:sldMk cId="3937821688" sldId="260"/>
        </pc:sldMkLst>
        <pc:spChg chg="add mod">
          <ac:chgData name="Julien Schnitzler" userId="35479b42-f861-41c5-9033-d862b672f3d3" providerId="ADAL" clId="{1F958575-6B69-4DF3-A0B0-26954F510FA7}" dt="2025-10-29T13:57:01.906" v="97" actId="20577"/>
          <ac:spMkLst>
            <pc:docMk/>
            <pc:sldMk cId="3937821688" sldId="260"/>
            <ac:spMk id="2" creationId="{539C3076-E85F-4D6E-059F-21AD0320B585}"/>
          </ac:spMkLst>
        </pc:spChg>
        <pc:spChg chg="del">
          <ac:chgData name="Julien Schnitzler" userId="35479b42-f861-41c5-9033-d862b672f3d3" providerId="ADAL" clId="{1F958575-6B69-4DF3-A0B0-26954F510FA7}" dt="2025-10-29T13:56:40.473" v="35" actId="478"/>
          <ac:spMkLst>
            <pc:docMk/>
            <pc:sldMk cId="3937821688" sldId="260"/>
            <ac:spMk id="3" creationId="{C0C99711-4155-5220-84C7-3C19CCC9011D}"/>
          </ac:spMkLst>
        </pc:spChg>
        <pc:spChg chg="mod">
          <ac:chgData name="Julien Schnitzler" userId="35479b42-f861-41c5-9033-d862b672f3d3" providerId="ADAL" clId="{1F958575-6B69-4DF3-A0B0-26954F510FA7}" dt="2025-10-29T13:58:29.379" v="100" actId="20577"/>
          <ac:spMkLst>
            <pc:docMk/>
            <pc:sldMk cId="3937821688" sldId="260"/>
            <ac:spMk id="10" creationId="{411DD360-6CC2-B1FB-2872-16AC77D6E0E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7443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4041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880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7171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042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3298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5886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3374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7905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6871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929EB-B1CA-45F8-832E-9D6233986235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B015E-0F3B-4043-8FB5-11DD55A108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970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929EB-B1CA-45F8-832E-9D6233986235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B015E-0F3B-4043-8FB5-11DD55A108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244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fr.indeed.com/" TargetMode="External"/><Relationship Id="rId3" Type="http://schemas.openxmlformats.org/officeDocument/2006/relationships/hyperlink" Target="https://www.data.gouv.fr/datasets/marche-du-travail/" TargetMode="External"/><Relationship Id="rId7" Type="http://schemas.openxmlformats.org/officeDocument/2006/relationships/hyperlink" Target="https://www.oecd.org/fr/data/datasets/oecd-DE.html" TargetMode="External"/><Relationship Id="rId2" Type="http://schemas.openxmlformats.org/officeDocument/2006/relationships/hyperlink" Target="https://www.insee.fr/fr/statistiques/8376822?sommaire=8376908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c.europa.eu/eurostat/fr/data/database" TargetMode="External"/><Relationship Id="rId5" Type="http://schemas.openxmlformats.org/officeDocument/2006/relationships/hyperlink" Target="https://dataemploi.francetravail.fr/emploi/accueil" TargetMode="External"/><Relationship Id="rId10" Type="http://schemas.openxmlformats.org/officeDocument/2006/relationships/hyperlink" Target="https://fr.linkedin.com/jobs" TargetMode="External"/><Relationship Id="rId4" Type="http://schemas.openxmlformats.org/officeDocument/2006/relationships/hyperlink" Target="https://www.francetravail.org/opendata/" TargetMode="External"/><Relationship Id="rId9" Type="http://schemas.openxmlformats.org/officeDocument/2006/relationships/hyperlink" Target="https://www.monster.fr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6440F9-BDB5-C3E3-83D1-0D43E7F9809E}"/>
              </a:ext>
            </a:extLst>
          </p:cNvPr>
          <p:cNvSpPr txBox="1"/>
          <p:nvPr/>
        </p:nvSpPr>
        <p:spPr>
          <a:xfrm>
            <a:off x="411480" y="987552"/>
            <a:ext cx="4485861" cy="1088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>
                <a:latin typeface="+mj-lt"/>
                <a:ea typeface="+mj-ea"/>
                <a:cs typeface="+mj-cs"/>
              </a:rPr>
              <a:t>L'emploi en France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326F26-D5C5-2F55-C599-87A7533258C6}"/>
              </a:ext>
            </a:extLst>
          </p:cNvPr>
          <p:cNvSpPr txBox="1"/>
          <p:nvPr/>
        </p:nvSpPr>
        <p:spPr>
          <a:xfrm>
            <a:off x="411479" y="2688336"/>
            <a:ext cx="4498848" cy="35844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/>
              <a:t>Fil Rouge</a:t>
            </a:r>
            <a:endParaRPr lang="en-US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MS EBDE 2025-2026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4" descr="https://www.utt.fr/medias/photo/grace-chiang-5-_1547821106909-jpg?ID_FICHE=4112">
            <a:extLst>
              <a:ext uri="{FF2B5EF4-FFF2-40B4-BE49-F238E27FC236}">
                <a16:creationId xmlns:a16="http://schemas.microsoft.com/office/drawing/2014/main" id="{17033111-3080-E8DB-AC34-13C7EDB9E9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17" r="23280" b="-1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344ABBBE-A2B9-CCB1-A749-5FC8A988D7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5" r="33" b="-1136"/>
          <a:stretch>
            <a:fillRect/>
          </a:stretch>
        </p:blipFill>
        <p:spPr>
          <a:xfrm>
            <a:off x="710335" y="5710375"/>
            <a:ext cx="3798465" cy="83761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5366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D6E9C-7B2A-CE4A-D985-4107CD973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2AEBBF-58EB-AE56-D4F2-AF964AE3B713}"/>
              </a:ext>
            </a:extLst>
          </p:cNvPr>
          <p:cNvSpPr txBox="1"/>
          <p:nvPr/>
        </p:nvSpPr>
        <p:spPr>
          <a:xfrm>
            <a:off x="993057" y="2247573"/>
            <a:ext cx="2890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b="1"/>
              <a:t>Winnie MEUDJE</a:t>
            </a:r>
            <a:r>
              <a:rPr lang="en-US"/>
              <a:t>​​</a:t>
            </a:r>
            <a:endParaRPr lang="en-US" sz="7200" b="0" i="0"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5CC4D8-56E7-CFD7-2A13-3E12B1446E22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4800" b="1">
                <a:solidFill>
                  <a:schemeClr val="accent4"/>
                </a:solidFill>
              </a:rPr>
              <a:t>Équipe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87A67-A8F0-FEE2-A7F1-77F3F82EB17A}"/>
              </a:ext>
            </a:extLst>
          </p:cNvPr>
          <p:cNvSpPr txBox="1"/>
          <p:nvPr/>
        </p:nvSpPr>
        <p:spPr>
          <a:xfrm>
            <a:off x="4345857" y="2247573"/>
            <a:ext cx="2890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b="1" err="1"/>
              <a:t>Jehovahni</a:t>
            </a:r>
            <a:r>
              <a:rPr lang="en-US" b="1"/>
              <a:t> SODJINOU</a:t>
            </a:r>
            <a:r>
              <a:rPr lang="en-US"/>
              <a:t>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CF130A-2A01-E083-4BAB-DEF1D93C8399}"/>
              </a:ext>
            </a:extLst>
          </p:cNvPr>
          <p:cNvSpPr txBox="1"/>
          <p:nvPr/>
        </p:nvSpPr>
        <p:spPr>
          <a:xfrm>
            <a:off x="7698657" y="2247573"/>
            <a:ext cx="2890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b="1"/>
              <a:t>Julien SCHNITZLER</a:t>
            </a:r>
            <a:r>
              <a:rPr lang="en-US"/>
              <a:t>​</a:t>
            </a:r>
            <a:endParaRPr lang="en-US" sz="7200" b="0" i="0">
              <a:effectLst/>
            </a:endParaRPr>
          </a:p>
        </p:txBody>
      </p:sp>
      <p:pic>
        <p:nvPicPr>
          <p:cNvPr id="7" name="Picture 6" descr="A white person with a grey background&#10;&#10;AI-generated content may be incorrect.">
            <a:extLst>
              <a:ext uri="{FF2B5EF4-FFF2-40B4-BE49-F238E27FC236}">
                <a16:creationId xmlns:a16="http://schemas.microsoft.com/office/drawing/2014/main" id="{A14C36A1-BEAB-C5E8-399A-C84B5B74D3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970" y="3065206"/>
            <a:ext cx="1678857" cy="1678857"/>
          </a:xfrm>
          <a:prstGeom prst="rect">
            <a:avLst/>
          </a:prstGeom>
        </p:spPr>
      </p:pic>
      <p:pic>
        <p:nvPicPr>
          <p:cNvPr id="8" name="Picture 7" descr="A white person with a grey background&#10;&#10;AI-generated content may be incorrect.">
            <a:extLst>
              <a:ext uri="{FF2B5EF4-FFF2-40B4-BE49-F238E27FC236}">
                <a16:creationId xmlns:a16="http://schemas.microsoft.com/office/drawing/2014/main" id="{41EFDC59-05B8-AB32-635B-4F2660AE33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770" y="3065206"/>
            <a:ext cx="1678857" cy="1678857"/>
          </a:xfrm>
          <a:prstGeom prst="rect">
            <a:avLst/>
          </a:prstGeom>
        </p:spPr>
      </p:pic>
      <p:pic>
        <p:nvPicPr>
          <p:cNvPr id="9" name="Picture 8" descr="A white person with a grey background&#10;&#10;AI-generated content may be incorrect.">
            <a:extLst>
              <a:ext uri="{FF2B5EF4-FFF2-40B4-BE49-F238E27FC236}">
                <a16:creationId xmlns:a16="http://schemas.microsoft.com/office/drawing/2014/main" id="{4602F60B-EEAF-5868-24BC-F4EC5D9F1D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570" y="3065206"/>
            <a:ext cx="1678857" cy="167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52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8A6AE-8960-7ECF-1509-DA79226BD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0105D00-D3A3-8E45-CF5E-E25AA64DCF45}"/>
              </a:ext>
            </a:extLst>
          </p:cNvPr>
          <p:cNvSpPr txBox="1"/>
          <p:nvPr/>
        </p:nvSpPr>
        <p:spPr>
          <a:xfrm>
            <a:off x="550606" y="1259821"/>
            <a:ext cx="10722428" cy="595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fontAlgn="base"/>
            <a:r>
              <a:rPr lang="en-US" sz="3200" b="1" i="0" u="none" strike="noStrike" err="1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L’emploi</a:t>
            </a:r>
            <a:r>
              <a:rPr lang="en-US" sz="3200" b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 et le </a:t>
            </a:r>
            <a:r>
              <a:rPr lang="en-US" sz="3200" b="1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chômage</a:t>
            </a:r>
            <a:r>
              <a:rPr lang="en-US" sz="3200" b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3200" b="1" err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3200" b="1" i="0" u="none" strike="noStrike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 France</a:t>
            </a:r>
            <a:r>
              <a:rPr lang="en-US" sz="3200" b="0" i="0">
                <a:effectLst/>
                <a:latin typeface="Calibri"/>
                <a:ea typeface="Calibri"/>
                <a:cs typeface="Calibri"/>
              </a:rPr>
              <a:t>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5473BA-C7AC-7E2D-668C-F61EEB26CDB9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4800" b="1" err="1">
                <a:solidFill>
                  <a:schemeClr val="accent4"/>
                </a:solidFill>
                <a:ea typeface="Calibri"/>
                <a:cs typeface="Calibri"/>
              </a:rPr>
              <a:t>Contexte</a:t>
            </a:r>
            <a:endParaRPr lang="de-DE" sz="4800" b="1" err="1">
              <a:solidFill>
                <a:schemeClr val="accent4"/>
              </a:solidFill>
            </a:endParaRPr>
          </a:p>
        </p:txBody>
      </p:sp>
      <p:pic>
        <p:nvPicPr>
          <p:cNvPr id="2" name="Picture 1" descr="A screenshot of a device&#10;&#10;AI-generated content may be incorrect.">
            <a:extLst>
              <a:ext uri="{FF2B5EF4-FFF2-40B4-BE49-F238E27FC236}">
                <a16:creationId xmlns:a16="http://schemas.microsoft.com/office/drawing/2014/main" id="{BCE56CE1-2976-B056-9C6A-BB2B9BD7C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57" y="2131574"/>
            <a:ext cx="10602686" cy="377051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48081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9A701-9F63-6A20-0F8B-FD4593BA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43573B2-9192-89FB-B166-7FAD94B65BFE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4800" b="1" err="1">
                <a:solidFill>
                  <a:schemeClr val="accent4"/>
                </a:solidFill>
                <a:ea typeface="Calibri"/>
                <a:cs typeface="Calibri"/>
              </a:rPr>
              <a:t>Contexte</a:t>
            </a:r>
            <a:endParaRPr lang="de-DE" sz="4800" b="1" err="1">
              <a:solidFill>
                <a:schemeClr val="accent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A441BF-0CB9-DF6C-4C9E-80381B97C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22" y="1841693"/>
            <a:ext cx="11444199" cy="425750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6532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6E489-9CB2-AE8F-2D65-74C987F85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5C6EC27-70CD-C294-B0BB-BCDBCA11E497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4800" b="1" err="1">
                <a:solidFill>
                  <a:schemeClr val="accent4"/>
                </a:solidFill>
                <a:ea typeface="Calibri"/>
                <a:cs typeface="Calibri"/>
              </a:rPr>
              <a:t>Contexte</a:t>
            </a:r>
            <a:endParaRPr lang="de-DE" sz="4800" b="1" err="1">
              <a:solidFill>
                <a:schemeClr val="accent4"/>
              </a:solidFill>
            </a:endParaRPr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003F570A-6D83-7C4B-4F16-DD6E9A987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43" y="1712752"/>
            <a:ext cx="11658600" cy="444423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37871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886E8-C24E-598B-BC78-8294B84D8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EB75ECA-D8D2-B9AF-44AC-2122D8AE5D6D}"/>
              </a:ext>
            </a:extLst>
          </p:cNvPr>
          <p:cNvSpPr txBox="1"/>
          <p:nvPr/>
        </p:nvSpPr>
        <p:spPr>
          <a:xfrm>
            <a:off x="550606" y="1844596"/>
            <a:ext cx="1055984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fr-FR" sz="1800" b="1" u="none" strike="noStrike">
                <a:solidFill>
                  <a:srgbClr val="404040"/>
                </a:solidFill>
                <a:effectLst/>
              </a:rPr>
              <a:t>Evolution et tendances :</a:t>
            </a:r>
            <a:r>
              <a:rPr lang="en-US" sz="1800" b="0">
                <a:effectLst/>
              </a:rPr>
              <a:t>​</a:t>
            </a:r>
            <a:endParaRPr lang="en-US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Comment le taux de chômage a-t-il évolué ces dix dernières années et quelles tendances peut-on prévoir pour les prochaines années ?</a:t>
            </a:r>
            <a:r>
              <a:rPr lang="fr-FR" sz="1800" b="0">
                <a:effectLst/>
              </a:rPr>
              <a:t>​</a:t>
            </a:r>
            <a:endParaRPr lang="fr-FR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Quels sont les facteurs (âge, sexe, secteur d'activité, diplôme, région) qui influencent le plus le chômage ?</a:t>
            </a:r>
            <a:r>
              <a:rPr lang="fr-FR" sz="1800" b="0">
                <a:effectLst/>
              </a:rPr>
              <a:t>​</a:t>
            </a:r>
            <a:endParaRPr lang="fr-FR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Quelles inégalités persistent entre hommes et femmes face à l’emploi et au chômage ?</a:t>
            </a:r>
            <a:r>
              <a:rPr lang="fr-FR" sz="1800" b="0">
                <a:effectLst/>
              </a:rPr>
              <a:t>​</a:t>
            </a:r>
            <a:endParaRPr lang="fr-FR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Peut-on prédire l’évolution du chômage à partir des données actuelles ?</a:t>
            </a:r>
            <a:r>
              <a:rPr lang="fr-FR" sz="1800" b="0">
                <a:effectLst/>
              </a:rPr>
              <a:t>​</a:t>
            </a:r>
            <a:endParaRPr lang="fr-FR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Quel rôle joue la formation dans la réduction du chômage et l’amélioration de l’employabilité ?</a:t>
            </a:r>
            <a:r>
              <a:rPr lang="fr-FR" sz="1800" b="0">
                <a:effectLst/>
              </a:rPr>
              <a:t>​</a:t>
            </a:r>
            <a:endParaRPr lang="fr-FR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Quel impact ont eu les mesures d’aide à l’emploi sur la réduction du chômage ?</a:t>
            </a:r>
            <a:r>
              <a:rPr lang="en-US" sz="1800" b="0">
                <a:effectLst/>
              </a:rPr>
              <a:t>​</a:t>
            </a:r>
          </a:p>
          <a:p>
            <a:pPr algn="l" rtl="0" fontAlgn="base"/>
            <a:endParaRPr lang="en-US"/>
          </a:p>
          <a:p>
            <a:pPr algn="l" rtl="0" fontAlgn="base"/>
            <a:r>
              <a:rPr lang="fr-FR" sz="1800" b="1" u="none" strike="noStrike">
                <a:solidFill>
                  <a:srgbClr val="404040"/>
                </a:solidFill>
                <a:effectLst/>
              </a:rPr>
              <a:t>Vieillesse :</a:t>
            </a:r>
            <a:r>
              <a:rPr lang="en-US" sz="1800" b="0">
                <a:effectLst/>
              </a:rPr>
              <a:t>​</a:t>
            </a:r>
            <a:endParaRPr lang="en-US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Quels sont les principaux freins au maintien en emploi des travailleurs âgés et comment influencent-ils le taux de chômage des seniors ?</a:t>
            </a:r>
            <a:r>
              <a:rPr lang="fr-FR" sz="1800" b="0">
                <a:effectLst/>
              </a:rPr>
              <a:t>​</a:t>
            </a:r>
            <a:endParaRPr lang="fr-FR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Dans quelle mesure l’âge constitue-t-il un facteur discriminant dans l’accès ou le retour à l’emploi ?</a:t>
            </a:r>
            <a:r>
              <a:rPr lang="fr-FR" sz="1800" b="0">
                <a:effectLst/>
              </a:rPr>
              <a:t>​</a:t>
            </a:r>
            <a:endParaRPr lang="fr-FR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Comment l’évolution démographique et le vieillissement de la population impactent-ils le marché du travail et le taux de chômage des seniors ?</a:t>
            </a:r>
            <a:r>
              <a:rPr lang="fr-FR" sz="1800" b="0">
                <a:effectLst/>
              </a:rPr>
              <a:t>​</a:t>
            </a:r>
            <a:endParaRPr lang="fr-FR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Quels dispositifs ou politiques publiques permettent de favoriser l’employabilité des travailleurs âgés ?</a:t>
            </a:r>
            <a:r>
              <a:rPr lang="fr-FR" sz="1800" b="0">
                <a:effectLst/>
              </a:rPr>
              <a:t>​</a:t>
            </a:r>
            <a:endParaRPr lang="fr-FR" b="0">
              <a:effectLst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fr-FR" sz="1800" b="0" u="none" strike="noStrike">
                <a:solidFill>
                  <a:srgbClr val="404040"/>
                </a:solidFill>
                <a:effectLst/>
              </a:rPr>
              <a:t>Quels secteurs d’activité intègrent le mieux les travailleurs âgés et lesquels les excluent davantage ?</a:t>
            </a:r>
            <a:r>
              <a:rPr lang="fr-FR" sz="1800" b="0">
                <a:effectLst/>
              </a:rPr>
              <a:t>​</a:t>
            </a:r>
            <a:endParaRPr lang="en-US" b="0"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EAAC10-03FD-DCF5-AF77-FF416D72D77C}"/>
              </a:ext>
            </a:extLst>
          </p:cNvPr>
          <p:cNvSpPr txBox="1"/>
          <p:nvPr/>
        </p:nvSpPr>
        <p:spPr>
          <a:xfrm>
            <a:off x="550606" y="1259821"/>
            <a:ext cx="10722428" cy="595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 fontAlgn="base">
              <a:buNone/>
            </a:pPr>
            <a:r>
              <a:rPr lang="en-US" sz="3200" b="1" i="0" u="none" strike="noStrike" err="1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L’emploi</a:t>
            </a:r>
            <a:r>
              <a:rPr lang="en-US" sz="3200" b="1" i="0" u="none" strike="noStrike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3200" b="1" i="0" u="none" strike="noStrike" err="1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en</a:t>
            </a:r>
            <a:r>
              <a:rPr lang="en-US" sz="3200" b="1" i="0" u="none" strike="noStrike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 France</a:t>
            </a:r>
            <a:r>
              <a:rPr lang="en-US" sz="3200" b="0" i="0">
                <a:effectLst/>
                <a:latin typeface="Calibri"/>
                <a:ea typeface="Calibri"/>
                <a:cs typeface="Calibri"/>
              </a:rPr>
              <a:t>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29F1A1-C83C-3EC1-4C0E-B8F58906A218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4800" b="1">
                <a:solidFill>
                  <a:schemeClr val="accent4"/>
                </a:solidFill>
              </a:rPr>
              <a:t>Questionnement</a:t>
            </a:r>
          </a:p>
        </p:txBody>
      </p:sp>
    </p:spTree>
    <p:extLst>
      <p:ext uri="{BB962C8B-B14F-4D97-AF65-F5344CB8AC3E}">
        <p14:creationId xmlns:p14="http://schemas.microsoft.com/office/powerpoint/2010/main" val="3037999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99F7-36A4-82B4-353B-E0B212ADC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3709659-D758-0B0F-AAD7-5C025DFEA89B}"/>
              </a:ext>
            </a:extLst>
          </p:cNvPr>
          <p:cNvSpPr txBox="1"/>
          <p:nvPr/>
        </p:nvSpPr>
        <p:spPr>
          <a:xfrm>
            <a:off x="698090" y="1461138"/>
            <a:ext cx="1055984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de-DE"/>
              <a:t>INSEE :</a:t>
            </a:r>
            <a:r>
              <a:rPr lang="en-US"/>
              <a:t>​</a:t>
            </a:r>
          </a:p>
          <a:p>
            <a:pPr fontAlgn="base"/>
            <a:r>
              <a:rPr lang="de-DE" u="sng">
                <a:hlinkClick r:id="rId2"/>
              </a:rPr>
              <a:t>https://www.insee.fr/fr/statistiques/8376822?sommaire=8376908</a:t>
            </a:r>
            <a:r>
              <a:rPr lang="de-DE"/>
              <a:t>​</a:t>
            </a:r>
          </a:p>
          <a:p>
            <a:pPr fontAlgn="base"/>
            <a:r>
              <a:rPr lang="de-DE"/>
              <a:t>​</a:t>
            </a:r>
          </a:p>
          <a:p>
            <a:pPr fontAlgn="base"/>
            <a:r>
              <a:rPr lang="en-US" err="1"/>
              <a:t>Gouvernement</a:t>
            </a:r>
            <a:r>
              <a:rPr lang="en-US"/>
              <a:t> FR : ​</a:t>
            </a:r>
          </a:p>
          <a:p>
            <a:pPr fontAlgn="base"/>
            <a:r>
              <a:rPr lang="en-US" u="sng">
                <a:hlinkClick r:id="rId3"/>
              </a:rPr>
              <a:t>https://www.data.gouv.fr/datasets/marche-du-travail/</a:t>
            </a:r>
            <a:r>
              <a:rPr lang="en-US"/>
              <a:t>​</a:t>
            </a:r>
          </a:p>
          <a:p>
            <a:pPr fontAlgn="base"/>
            <a:r>
              <a:rPr lang="en-US" u="sng">
                <a:hlinkClick r:id="rId4"/>
              </a:rPr>
              <a:t>https://www.francetravail.org/opendata/</a:t>
            </a:r>
            <a:r>
              <a:rPr lang="en-US"/>
              <a:t> et </a:t>
            </a:r>
            <a:r>
              <a:rPr lang="en-US" u="sng">
                <a:hlinkClick r:id="rId5"/>
              </a:rPr>
              <a:t>https://dataemploi.francetravail.fr/emploi/accueil</a:t>
            </a:r>
            <a:r>
              <a:rPr lang="en-US"/>
              <a:t> ​</a:t>
            </a:r>
          </a:p>
          <a:p>
            <a:pPr fontAlgn="base"/>
            <a:r>
              <a:rPr lang="en-US"/>
              <a:t>​</a:t>
            </a:r>
          </a:p>
          <a:p>
            <a:pPr fontAlgn="base"/>
            <a:r>
              <a:rPr lang="en-US"/>
              <a:t>Europe​</a:t>
            </a:r>
          </a:p>
          <a:p>
            <a:pPr fontAlgn="base"/>
            <a:r>
              <a:rPr lang="en-US" u="sng">
                <a:hlinkClick r:id="rId6"/>
              </a:rPr>
              <a:t>https://ec.europa.eu/eurostat/fr/data/database</a:t>
            </a:r>
            <a:r>
              <a:rPr lang="en-US"/>
              <a:t>​</a:t>
            </a:r>
          </a:p>
          <a:p>
            <a:pPr fontAlgn="base"/>
            <a:endParaRPr lang="en-US"/>
          </a:p>
          <a:p>
            <a:pPr fontAlgn="base"/>
            <a:r>
              <a:rPr lang="en-US"/>
              <a:t>OCDE</a:t>
            </a:r>
          </a:p>
          <a:p>
            <a:pPr fontAlgn="base"/>
            <a:r>
              <a:rPr lang="en-US">
                <a:hlinkClick r:id="rId7"/>
              </a:rPr>
              <a:t>https://www.oecd.org/fr/data/datasets/oecd-DE.html</a:t>
            </a:r>
            <a:r>
              <a:rPr lang="en-US"/>
              <a:t> </a:t>
            </a:r>
          </a:p>
          <a:p>
            <a:pPr fontAlgn="base"/>
            <a:r>
              <a:rPr lang="en-US"/>
              <a:t>​</a:t>
            </a:r>
          </a:p>
          <a:p>
            <a:pPr fontAlgn="base"/>
            <a:r>
              <a:rPr lang="en-US" err="1"/>
              <a:t>Jobboards</a:t>
            </a:r>
            <a:r>
              <a:rPr lang="en-US"/>
              <a:t> : ​</a:t>
            </a:r>
          </a:p>
          <a:p>
            <a:pPr fontAlgn="base"/>
            <a:r>
              <a:rPr lang="en-US" u="sng">
                <a:hlinkClick r:id="rId8"/>
              </a:rPr>
              <a:t>https://fr.indeed.com/</a:t>
            </a:r>
            <a:r>
              <a:rPr lang="en-US"/>
              <a:t>​</a:t>
            </a:r>
          </a:p>
          <a:p>
            <a:pPr fontAlgn="base"/>
            <a:r>
              <a:rPr lang="en-US" u="sng">
                <a:hlinkClick r:id="rId9"/>
              </a:rPr>
              <a:t>https://www.monster.fr/</a:t>
            </a:r>
            <a:r>
              <a:rPr lang="en-US"/>
              <a:t>​</a:t>
            </a:r>
          </a:p>
          <a:p>
            <a:pPr fontAlgn="base"/>
            <a:r>
              <a:rPr lang="en-US" u="sng">
                <a:hlinkClick r:id="rId10"/>
              </a:rPr>
              <a:t>https://fr.linkedin.com/jobs</a:t>
            </a:r>
            <a:r>
              <a:rPr lang="en-US"/>
              <a:t> ​</a:t>
            </a:r>
          </a:p>
          <a:p>
            <a:pPr fontAlgn="base"/>
            <a:r>
              <a:rPr lang="en-US"/>
              <a:t>…​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6E3763-C8D6-3BFD-7B11-56DEFDCBFE1F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4800" b="1" err="1">
                <a:solidFill>
                  <a:schemeClr val="accent4"/>
                </a:solidFill>
              </a:rPr>
              <a:t>Exemples</a:t>
            </a:r>
            <a:r>
              <a:rPr lang="de-DE" sz="4800" b="1">
                <a:solidFill>
                  <a:schemeClr val="accent4"/>
                </a:solidFill>
              </a:rPr>
              <a:t> de </a:t>
            </a:r>
            <a:r>
              <a:rPr lang="de-DE" sz="4800" b="1" err="1">
                <a:solidFill>
                  <a:schemeClr val="accent4"/>
                </a:solidFill>
              </a:rPr>
              <a:t>datasets</a:t>
            </a:r>
            <a:endParaRPr lang="de-DE" sz="4800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278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45A85-60C4-2C53-22B4-D005A231A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11DD360-6CC2-B1FB-2872-16AC77D6E0EE}"/>
              </a:ext>
            </a:extLst>
          </p:cNvPr>
          <p:cNvSpPr txBox="1"/>
          <p:nvPr/>
        </p:nvSpPr>
        <p:spPr>
          <a:xfrm>
            <a:off x="344699" y="1527399"/>
            <a:ext cx="10559845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de-DE"/>
              <a:t>De </a:t>
            </a:r>
            <a:r>
              <a:rPr lang="de-DE" err="1"/>
              <a:t>nombreuses</a:t>
            </a:r>
            <a:r>
              <a:rPr lang="de-DE"/>
              <a:t> </a:t>
            </a:r>
            <a:r>
              <a:rPr lang="de-DE" err="1"/>
              <a:t>données</a:t>
            </a:r>
            <a:r>
              <a:rPr lang="de-DE"/>
              <a:t> </a:t>
            </a:r>
            <a:r>
              <a:rPr lang="de-DE" err="1"/>
              <a:t>mise</a:t>
            </a:r>
            <a:r>
              <a:rPr lang="de-DE"/>
              <a:t> à </a:t>
            </a:r>
            <a:r>
              <a:rPr lang="de-DE" err="1"/>
              <a:t>disposition</a:t>
            </a:r>
            <a:r>
              <a:rPr lang="de-DE"/>
              <a:t> </a:t>
            </a:r>
            <a:r>
              <a:rPr lang="de-DE" err="1"/>
              <a:t>gratuitement</a:t>
            </a:r>
            <a:r>
              <a:rPr lang="de-DE"/>
              <a:t> par le </a:t>
            </a:r>
            <a:r>
              <a:rPr lang="de-DE" err="1"/>
              <a:t>gouvernement</a:t>
            </a:r>
            <a:r>
              <a:rPr lang="de-DE"/>
              <a:t> et </a:t>
            </a:r>
            <a:r>
              <a:rPr lang="de-DE" err="1"/>
              <a:t>autres</a:t>
            </a:r>
            <a:r>
              <a:rPr lang="de-DE"/>
              <a:t> </a:t>
            </a:r>
            <a:r>
              <a:rPr lang="de-DE" err="1"/>
              <a:t>organismes</a:t>
            </a:r>
            <a:r>
              <a:rPr lang="de-DE"/>
              <a:t> :</a:t>
            </a:r>
            <a:endParaRPr lang="de-DE" err="1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9C3076-E85F-4D6E-059F-21AD0320B585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4800" b="1" err="1">
                <a:solidFill>
                  <a:schemeClr val="accent4"/>
                </a:solidFill>
              </a:rPr>
              <a:t>Recherches</a:t>
            </a:r>
            <a:r>
              <a:rPr lang="de-DE" sz="4800" b="1">
                <a:solidFill>
                  <a:schemeClr val="accent4"/>
                </a:solidFill>
              </a:rPr>
              <a:t> de </a:t>
            </a:r>
            <a:r>
              <a:rPr lang="de-DE" sz="4800" b="1" err="1">
                <a:solidFill>
                  <a:schemeClr val="accent4"/>
                </a:solidFill>
              </a:rPr>
              <a:t>datasets</a:t>
            </a:r>
            <a:endParaRPr lang="de-DE" sz="4800" b="1">
              <a:solidFill>
                <a:schemeClr val="accent4"/>
              </a:solidFill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4C5876-C0DC-840D-E034-2CCDEFAA1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47" y="2485851"/>
            <a:ext cx="11507305" cy="283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821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1643A-45B1-2076-53D9-3F56DA975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D512DB-41AD-5555-6A1D-6035F88B4F35}"/>
              </a:ext>
            </a:extLst>
          </p:cNvPr>
          <p:cNvSpPr txBox="1"/>
          <p:nvPr/>
        </p:nvSpPr>
        <p:spPr>
          <a:xfrm>
            <a:off x="-856" y="2247573"/>
            <a:ext cx="289068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 err="1">
                <a:ea typeface="+mn-lt"/>
                <a:cs typeface="+mn-lt"/>
              </a:rPr>
              <a:t>Définition</a:t>
            </a:r>
            <a:r>
              <a:rPr lang="en-US" b="1">
                <a:ea typeface="+mn-lt"/>
                <a:cs typeface="+mn-lt"/>
              </a:rPr>
              <a:t> du cadre et des </a:t>
            </a:r>
            <a:r>
              <a:rPr lang="en-US" b="1" err="1">
                <a:ea typeface="+mn-lt"/>
                <a:cs typeface="+mn-lt"/>
              </a:rPr>
              <a:t>objectifs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500CC8-B331-837A-E62D-ACA867AA10C6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4800" b="1" err="1">
                <a:solidFill>
                  <a:schemeClr val="accent4"/>
                </a:solidFill>
              </a:rPr>
              <a:t>Étapes</a:t>
            </a:r>
            <a:endParaRPr lang="en-US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631EBD-88E0-C524-BAE5-A3E873731CFC}"/>
              </a:ext>
            </a:extLst>
          </p:cNvPr>
          <p:cNvSpPr txBox="1"/>
          <p:nvPr/>
        </p:nvSpPr>
        <p:spPr>
          <a:xfrm>
            <a:off x="3208379" y="2247573"/>
            <a:ext cx="289068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 err="1">
                <a:ea typeface="+mn-lt"/>
                <a:cs typeface="+mn-lt"/>
              </a:rPr>
              <a:t>Préparation</a:t>
            </a:r>
            <a:r>
              <a:rPr lang="en-US" b="1">
                <a:ea typeface="+mn-lt"/>
                <a:cs typeface="+mn-lt"/>
              </a:rPr>
              <a:t> et </a:t>
            </a:r>
            <a:r>
              <a:rPr lang="en-US" b="1" err="1">
                <a:ea typeface="+mn-lt"/>
                <a:cs typeface="+mn-lt"/>
              </a:rPr>
              <a:t>nettoyage</a:t>
            </a:r>
            <a:r>
              <a:rPr lang="en-US" b="1">
                <a:ea typeface="+mn-lt"/>
                <a:cs typeface="+mn-lt"/>
              </a:rPr>
              <a:t> des données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579024-8C41-9B93-87B9-7237BC516D1A}"/>
              </a:ext>
            </a:extLst>
          </p:cNvPr>
          <p:cNvSpPr txBox="1"/>
          <p:nvPr/>
        </p:nvSpPr>
        <p:spPr>
          <a:xfrm>
            <a:off x="6251962" y="2181312"/>
            <a:ext cx="289068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 err="1">
                <a:ea typeface="+mn-lt"/>
                <a:cs typeface="+mn-lt"/>
              </a:rPr>
              <a:t>Analyse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exploratoire</a:t>
            </a:r>
            <a:r>
              <a:rPr lang="en-US" b="1">
                <a:ea typeface="+mn-lt"/>
                <a:cs typeface="+mn-lt"/>
              </a:rPr>
              <a:t> des données</a:t>
            </a:r>
            <a:endParaRPr lang="en-US" b="1"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3CECE7-F597-533B-13D8-AC386A4A8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57" y="3065206"/>
            <a:ext cx="1678857" cy="16788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13DFED-134A-26E7-E115-388354236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944" y="2906689"/>
            <a:ext cx="1896595" cy="17122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2A96C5-EA32-1B11-0EBD-D036E33DC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483" y="3065206"/>
            <a:ext cx="1678857" cy="16788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9BA87E-6843-40B4-078F-BA00D78D5FCB}"/>
              </a:ext>
            </a:extLst>
          </p:cNvPr>
          <p:cNvSpPr txBox="1"/>
          <p:nvPr/>
        </p:nvSpPr>
        <p:spPr>
          <a:xfrm>
            <a:off x="9299769" y="2246983"/>
            <a:ext cx="242442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ea typeface="+mn-lt"/>
                <a:cs typeface="+mn-lt"/>
              </a:rPr>
              <a:t>Modélisation</a:t>
            </a:r>
            <a:r>
              <a:rPr lang="en-US" b="1">
                <a:ea typeface="+mn-lt"/>
                <a:cs typeface="+mn-lt"/>
              </a:rPr>
              <a:t> et </a:t>
            </a:r>
            <a:r>
              <a:rPr lang="en-US" b="1" err="1">
                <a:ea typeface="+mn-lt"/>
                <a:cs typeface="+mn-lt"/>
              </a:rPr>
              <a:t>prédiction</a:t>
            </a:r>
            <a:endParaRPr lang="en-US" b="1" err="1">
              <a:ea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933774-56CA-14D5-7988-93EBCBB488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9613" y="3065206"/>
            <a:ext cx="1678857" cy="167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789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B236B-DD56-030A-8AD5-3C479580F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0C025D1-04B9-ADAA-770C-22E7104AD345}"/>
              </a:ext>
            </a:extLst>
          </p:cNvPr>
          <p:cNvSpPr txBox="1"/>
          <p:nvPr/>
        </p:nvSpPr>
        <p:spPr>
          <a:xfrm>
            <a:off x="698090" y="1461138"/>
            <a:ext cx="10559845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de-DE" b="1" err="1">
                <a:ea typeface="+mn-lt"/>
                <a:cs typeface="+mn-lt"/>
              </a:rPr>
              <a:t>Interprétation</a:t>
            </a:r>
            <a:r>
              <a:rPr lang="de-DE" b="1">
                <a:ea typeface="+mn-lt"/>
                <a:cs typeface="+mn-lt"/>
              </a:rPr>
              <a:t> </a:t>
            </a:r>
            <a:r>
              <a:rPr lang="de-DE" b="1" err="1">
                <a:ea typeface="+mn-lt"/>
                <a:cs typeface="+mn-lt"/>
              </a:rPr>
              <a:t>socio-économique</a:t>
            </a:r>
            <a:r>
              <a:rPr lang="de-DE" b="1">
                <a:ea typeface="+mn-lt"/>
                <a:cs typeface="+mn-lt"/>
              </a:rPr>
              <a:t>:</a:t>
            </a:r>
          </a:p>
          <a:p>
            <a:endParaRPr lang="de-DE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de-DE" b="1" err="1">
                <a:ea typeface="+mn-lt"/>
                <a:cs typeface="+mn-lt"/>
              </a:rPr>
              <a:t>Facteurs</a:t>
            </a:r>
            <a:r>
              <a:rPr lang="de-DE" b="1">
                <a:ea typeface="+mn-lt"/>
                <a:cs typeface="+mn-lt"/>
              </a:rPr>
              <a:t> </a:t>
            </a:r>
            <a:r>
              <a:rPr lang="de-DE" b="1" err="1">
                <a:ea typeface="+mn-lt"/>
                <a:cs typeface="+mn-lt"/>
              </a:rPr>
              <a:t>clés</a:t>
            </a:r>
            <a:r>
              <a:rPr lang="de-DE" b="1">
                <a:ea typeface="+mn-lt"/>
                <a:cs typeface="+mn-lt"/>
              </a:rPr>
              <a:t> :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Quels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groupes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sont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les</a:t>
            </a:r>
            <a:r>
              <a:rPr lang="de-DE">
                <a:ea typeface="+mn-lt"/>
                <a:cs typeface="+mn-lt"/>
              </a:rPr>
              <a:t> plus </a:t>
            </a:r>
            <a:r>
              <a:rPr lang="de-DE" err="1">
                <a:ea typeface="+mn-lt"/>
                <a:cs typeface="+mn-lt"/>
              </a:rPr>
              <a:t>exposés</a:t>
            </a:r>
            <a:r>
              <a:rPr lang="de-DE">
                <a:ea typeface="+mn-lt"/>
                <a:cs typeface="+mn-lt"/>
              </a:rPr>
              <a:t> ?</a:t>
            </a:r>
            <a:endParaRPr lang="de-DE"/>
          </a:p>
          <a:p>
            <a:pPr marL="285750" indent="-285750">
              <a:buFont typeface="Arial"/>
              <a:buChar char="•"/>
            </a:pPr>
            <a:r>
              <a:rPr lang="de-DE" b="1" err="1">
                <a:ea typeface="+mn-lt"/>
                <a:cs typeface="+mn-lt"/>
              </a:rPr>
              <a:t>Inégalités</a:t>
            </a:r>
            <a:r>
              <a:rPr lang="de-DE" b="1">
                <a:ea typeface="+mn-lt"/>
                <a:cs typeface="+mn-lt"/>
              </a:rPr>
              <a:t> </a:t>
            </a:r>
            <a:r>
              <a:rPr lang="de-DE" b="1" err="1">
                <a:ea typeface="+mn-lt"/>
                <a:cs typeface="+mn-lt"/>
              </a:rPr>
              <a:t>persistantes</a:t>
            </a:r>
            <a:r>
              <a:rPr lang="de-DE" b="1">
                <a:ea typeface="+mn-lt"/>
                <a:cs typeface="+mn-lt"/>
              </a:rPr>
              <a:t> :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hommes</a:t>
            </a:r>
            <a:r>
              <a:rPr lang="de-DE">
                <a:ea typeface="+mn-lt"/>
                <a:cs typeface="+mn-lt"/>
              </a:rPr>
              <a:t>/</a:t>
            </a:r>
            <a:r>
              <a:rPr lang="de-DE" err="1">
                <a:ea typeface="+mn-lt"/>
                <a:cs typeface="+mn-lt"/>
              </a:rPr>
              <a:t>femmes</a:t>
            </a:r>
            <a:r>
              <a:rPr lang="de-DE">
                <a:ea typeface="+mn-lt"/>
                <a:cs typeface="+mn-lt"/>
              </a:rPr>
              <a:t>, </a:t>
            </a:r>
            <a:r>
              <a:rPr lang="de-DE" err="1">
                <a:ea typeface="+mn-lt"/>
                <a:cs typeface="+mn-lt"/>
              </a:rPr>
              <a:t>régions</a:t>
            </a:r>
            <a:r>
              <a:rPr lang="de-DE">
                <a:ea typeface="+mn-lt"/>
                <a:cs typeface="+mn-lt"/>
              </a:rPr>
              <a:t>, </a:t>
            </a:r>
            <a:r>
              <a:rPr lang="de-DE" err="1">
                <a:ea typeface="+mn-lt"/>
                <a:cs typeface="+mn-lt"/>
              </a:rPr>
              <a:t>niveaux</a:t>
            </a:r>
            <a:r>
              <a:rPr lang="de-DE">
                <a:ea typeface="+mn-lt"/>
                <a:cs typeface="+mn-lt"/>
              </a:rPr>
              <a:t> de </a:t>
            </a:r>
            <a:r>
              <a:rPr lang="de-DE" err="1">
                <a:ea typeface="+mn-lt"/>
                <a:cs typeface="+mn-lt"/>
              </a:rPr>
              <a:t>diplôme</a:t>
            </a:r>
            <a:r>
              <a:rPr lang="de-DE">
                <a:ea typeface="+mn-lt"/>
                <a:cs typeface="+mn-lt"/>
              </a:rPr>
              <a:t>.</a:t>
            </a:r>
            <a:endParaRPr lang="de-DE"/>
          </a:p>
          <a:p>
            <a:pPr marL="285750" indent="-285750">
              <a:buFont typeface="Arial"/>
              <a:buChar char="•"/>
            </a:pPr>
            <a:r>
              <a:rPr lang="de-DE" b="1">
                <a:ea typeface="+mn-lt"/>
                <a:cs typeface="+mn-lt"/>
              </a:rPr>
              <a:t>Impact des </a:t>
            </a:r>
            <a:r>
              <a:rPr lang="de-DE" b="1" err="1">
                <a:ea typeface="+mn-lt"/>
                <a:cs typeface="+mn-lt"/>
              </a:rPr>
              <a:t>politiques</a:t>
            </a:r>
            <a:r>
              <a:rPr lang="de-DE" b="1">
                <a:ea typeface="+mn-lt"/>
                <a:cs typeface="+mn-lt"/>
              </a:rPr>
              <a:t> </a:t>
            </a:r>
            <a:r>
              <a:rPr lang="de-DE" b="1" err="1">
                <a:ea typeface="+mn-lt"/>
                <a:cs typeface="+mn-lt"/>
              </a:rPr>
              <a:t>publiques</a:t>
            </a:r>
            <a:r>
              <a:rPr lang="de-DE" b="1">
                <a:ea typeface="+mn-lt"/>
                <a:cs typeface="+mn-lt"/>
              </a:rPr>
              <a:t> :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mesures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d’aide</a:t>
            </a:r>
            <a:r>
              <a:rPr lang="de-DE">
                <a:ea typeface="+mn-lt"/>
                <a:cs typeface="+mn-lt"/>
              </a:rPr>
              <a:t> à </a:t>
            </a:r>
            <a:r>
              <a:rPr lang="de-DE" err="1">
                <a:ea typeface="+mn-lt"/>
                <a:cs typeface="+mn-lt"/>
              </a:rPr>
              <a:t>l’emploi</a:t>
            </a:r>
            <a:r>
              <a:rPr lang="de-DE">
                <a:ea typeface="+mn-lt"/>
                <a:cs typeface="+mn-lt"/>
              </a:rPr>
              <a:t>, </a:t>
            </a:r>
            <a:r>
              <a:rPr lang="de-DE" err="1">
                <a:ea typeface="+mn-lt"/>
                <a:cs typeface="+mn-lt"/>
              </a:rPr>
              <a:t>formation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professionnelle</a:t>
            </a:r>
            <a:r>
              <a:rPr lang="de-DE">
                <a:ea typeface="+mn-lt"/>
                <a:cs typeface="+mn-lt"/>
              </a:rPr>
              <a:t>.</a:t>
            </a:r>
            <a:endParaRPr lang="de-DE"/>
          </a:p>
          <a:p>
            <a:pPr marL="285750" indent="-285750">
              <a:buFont typeface="Arial"/>
              <a:buChar char="•"/>
            </a:pPr>
            <a:r>
              <a:rPr lang="de-DE" b="1" err="1">
                <a:ea typeface="+mn-lt"/>
                <a:cs typeface="+mn-lt"/>
              </a:rPr>
              <a:t>Vieillissement</a:t>
            </a:r>
            <a:r>
              <a:rPr lang="de-DE" b="1">
                <a:ea typeface="+mn-lt"/>
                <a:cs typeface="+mn-lt"/>
              </a:rPr>
              <a:t> et </a:t>
            </a:r>
            <a:r>
              <a:rPr lang="de-DE" b="1" err="1">
                <a:ea typeface="+mn-lt"/>
                <a:cs typeface="+mn-lt"/>
              </a:rPr>
              <a:t>emploi</a:t>
            </a:r>
            <a:r>
              <a:rPr lang="de-DE" b="1">
                <a:ea typeface="+mn-lt"/>
                <a:cs typeface="+mn-lt"/>
              </a:rPr>
              <a:t> des </a:t>
            </a:r>
            <a:r>
              <a:rPr lang="de-DE" b="1" err="1">
                <a:ea typeface="+mn-lt"/>
                <a:cs typeface="+mn-lt"/>
              </a:rPr>
              <a:t>seniors</a:t>
            </a:r>
            <a:r>
              <a:rPr lang="de-DE" b="1">
                <a:ea typeface="+mn-lt"/>
                <a:cs typeface="+mn-lt"/>
              </a:rPr>
              <a:t> :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difficultés</a:t>
            </a:r>
            <a:r>
              <a:rPr lang="de-DE">
                <a:ea typeface="+mn-lt"/>
                <a:cs typeface="+mn-lt"/>
              </a:rPr>
              <a:t> de </a:t>
            </a:r>
            <a:r>
              <a:rPr lang="de-DE" err="1">
                <a:ea typeface="+mn-lt"/>
                <a:cs typeface="+mn-lt"/>
              </a:rPr>
              <a:t>maintien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dans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l’emploi</a:t>
            </a:r>
            <a:r>
              <a:rPr lang="de-DE">
                <a:ea typeface="+mn-lt"/>
                <a:cs typeface="+mn-lt"/>
              </a:rPr>
              <a:t>, </a:t>
            </a:r>
            <a:r>
              <a:rPr lang="de-DE" err="1">
                <a:ea typeface="+mn-lt"/>
                <a:cs typeface="+mn-lt"/>
              </a:rPr>
              <a:t>secteurs</a:t>
            </a:r>
            <a:r>
              <a:rPr lang="de-DE">
                <a:ea typeface="+mn-lt"/>
                <a:cs typeface="+mn-lt"/>
              </a:rPr>
              <a:t> </a:t>
            </a:r>
            <a:r>
              <a:rPr lang="de-DE" err="1">
                <a:ea typeface="+mn-lt"/>
                <a:cs typeface="+mn-lt"/>
              </a:rPr>
              <a:t>inclusifs</a:t>
            </a:r>
            <a:r>
              <a:rPr lang="de-DE">
                <a:ea typeface="+mn-lt"/>
                <a:cs typeface="+mn-lt"/>
              </a:rPr>
              <a:t>.</a:t>
            </a:r>
            <a:endParaRPr lang="de-DE"/>
          </a:p>
          <a:p>
            <a:endParaRPr lang="de-DE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4D9310-4A6B-5C6A-8C40-5DBD6090410F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4800" b="1" err="1">
                <a:solidFill>
                  <a:schemeClr val="accent4"/>
                </a:solidFill>
              </a:rPr>
              <a:t>Finalités</a:t>
            </a:r>
            <a:endParaRPr lang="en-US" err="1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EB4B38-7861-455A-8411-DF1F9CEEA450}"/>
              </a:ext>
            </a:extLst>
          </p:cNvPr>
          <p:cNvSpPr txBox="1"/>
          <p:nvPr/>
        </p:nvSpPr>
        <p:spPr>
          <a:xfrm>
            <a:off x="469241" y="3753932"/>
            <a:ext cx="94124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ea typeface="+mn-lt"/>
                <a:cs typeface="+mn-lt"/>
              </a:rPr>
              <a:t>Visualisation</a:t>
            </a:r>
            <a:r>
              <a:rPr lang="en-US" b="1">
                <a:ea typeface="+mn-lt"/>
                <a:cs typeface="+mn-lt"/>
              </a:rPr>
              <a:t> finale et storytelling:</a:t>
            </a:r>
          </a:p>
          <a:p>
            <a:endParaRPr lang="en-US" b="1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Power BI pour les tableaux de bord </a:t>
            </a:r>
            <a:r>
              <a:rPr lang="en-US" err="1">
                <a:ea typeface="+mn-lt"/>
                <a:cs typeface="+mn-lt"/>
              </a:rPr>
              <a:t>dynamiques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92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BCB68-EFF4-8173-D9EF-8951F677D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de-DE" sz="4800" b="1" err="1">
                <a:solidFill>
                  <a:schemeClr val="accent4"/>
                </a:solidFill>
                <a:latin typeface="Calibri"/>
                <a:ea typeface="Calibri"/>
                <a:cs typeface="Calibri"/>
              </a:rPr>
              <a:t>Outils</a:t>
            </a:r>
            <a:endParaRPr lang="en-US" sz="4800" err="1">
              <a:latin typeface="Calibri"/>
              <a:ea typeface="Calibri"/>
              <a:cs typeface="Calibri"/>
            </a:endParaRPr>
          </a:p>
          <a:p>
            <a:endParaRPr lang="en-US">
              <a:ea typeface="Calibri Light"/>
              <a:cs typeface="Calibri Ligh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44E2B1-BC73-D987-7E7D-01674F4540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4433" t="15796" r="6701" b="508"/>
          <a:stretch>
            <a:fillRect/>
          </a:stretch>
        </p:blipFill>
        <p:spPr>
          <a:xfrm>
            <a:off x="223768" y="1378195"/>
            <a:ext cx="1693785" cy="18241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0F3E0D-798E-C4E9-83C7-7ACA6DDCC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24" y="4043845"/>
            <a:ext cx="2496517" cy="21717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0D8CD3-B7AB-1EF4-03B7-C3427E2A39BE}"/>
              </a:ext>
            </a:extLst>
          </p:cNvPr>
          <p:cNvSpPr txBox="1"/>
          <p:nvPr/>
        </p:nvSpPr>
        <p:spPr>
          <a:xfrm>
            <a:off x="2525623" y="1722383"/>
            <a:ext cx="251094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Explorer </a:t>
            </a:r>
            <a:r>
              <a:rPr lang="en-US" err="1">
                <a:ea typeface="+mn-lt"/>
                <a:cs typeface="+mn-lt"/>
              </a:rPr>
              <a:t>rapidement</a:t>
            </a:r>
            <a:r>
              <a:rPr lang="en-US">
                <a:ea typeface="+mn-lt"/>
                <a:cs typeface="+mn-lt"/>
              </a:rPr>
              <a:t> le dataset, </a:t>
            </a:r>
            <a:r>
              <a:rPr lang="en-US" err="1">
                <a:ea typeface="+mn-lt"/>
                <a:cs typeface="+mn-lt"/>
              </a:rPr>
              <a:t>visualiser</a:t>
            </a:r>
            <a:r>
              <a:rPr lang="en-US">
                <a:ea typeface="+mn-lt"/>
                <a:cs typeface="+mn-lt"/>
              </a:rPr>
              <a:t> les premières tendances, faire des tris et </a:t>
            </a:r>
            <a:r>
              <a:rPr lang="en-US" err="1">
                <a:ea typeface="+mn-lt"/>
                <a:cs typeface="+mn-lt"/>
              </a:rPr>
              <a:t>filtres</a:t>
            </a:r>
            <a:r>
              <a:rPr lang="en-US">
                <a:ea typeface="+mn-lt"/>
                <a:cs typeface="+mn-lt"/>
              </a:rPr>
              <a:t> simples.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F934B-522D-BA97-F0C8-373CAD409465}"/>
              </a:ext>
            </a:extLst>
          </p:cNvPr>
          <p:cNvSpPr txBox="1"/>
          <p:nvPr/>
        </p:nvSpPr>
        <p:spPr>
          <a:xfrm>
            <a:off x="2702131" y="3784216"/>
            <a:ext cx="402120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avec Pandas, NumPy, Matplotlib, Seaborn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6E0ACA-9FE1-FC71-7C23-A3A18F00F0FE}"/>
              </a:ext>
            </a:extLst>
          </p:cNvPr>
          <p:cNvSpPr txBox="1"/>
          <p:nvPr/>
        </p:nvSpPr>
        <p:spPr>
          <a:xfrm>
            <a:off x="2716697" y="4544391"/>
            <a:ext cx="351182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Nettoyage, transformation et analyse de grands jeux de données.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Calculs statistiques, création de visualisations et modélisation prédictive.</a:t>
            </a:r>
          </a:p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547C62-4FFF-9827-24BB-AB5AF5E77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611" y="1555612"/>
            <a:ext cx="2253560" cy="1118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F153DA-C97F-192D-4C50-CB21B2A833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5805" y="3235584"/>
            <a:ext cx="2046081" cy="15687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488CB6-ADF2-CF3A-1370-723C70F729A4}"/>
              </a:ext>
            </a:extLst>
          </p:cNvPr>
          <p:cNvSpPr txBox="1"/>
          <p:nvPr/>
        </p:nvSpPr>
        <p:spPr>
          <a:xfrm>
            <a:off x="9365351" y="1719561"/>
            <a:ext cx="16975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Gestion de </a:t>
            </a:r>
            <a:r>
              <a:rPr lang="en-US" err="1">
                <a:ea typeface="Calibri"/>
                <a:cs typeface="Calibri"/>
              </a:rPr>
              <a:t>projet</a:t>
            </a:r>
            <a:endParaRPr lang="en-US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5CA3F7-C49C-CD14-D605-955657C20C78}"/>
              </a:ext>
            </a:extLst>
          </p:cNvPr>
          <p:cNvSpPr txBox="1"/>
          <p:nvPr/>
        </p:nvSpPr>
        <p:spPr>
          <a:xfrm>
            <a:off x="9230121" y="3913968"/>
            <a:ext cx="21667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err="1">
                <a:ea typeface="Calibri"/>
                <a:cs typeface="Calibri"/>
              </a:rPr>
              <a:t>Visualisation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439DE0-B904-6116-579C-3EEE13BF66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0413" y="5132249"/>
            <a:ext cx="1684130" cy="15741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DBF74A1-3704-6586-5ED3-29868FD08ABB}"/>
              </a:ext>
            </a:extLst>
          </p:cNvPr>
          <p:cNvSpPr txBox="1"/>
          <p:nvPr/>
        </p:nvSpPr>
        <p:spPr>
          <a:xfrm>
            <a:off x="9252208" y="5307954"/>
            <a:ext cx="213918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Implementation des </a:t>
            </a:r>
            <a:r>
              <a:rPr lang="en-US" err="1">
                <a:ea typeface="Calibri"/>
                <a:cs typeface="Calibri"/>
              </a:rPr>
              <a:t>modèles</a:t>
            </a:r>
            <a:r>
              <a:rPr lang="en-US">
                <a:ea typeface="Calibri"/>
                <a:cs typeface="Calibri"/>
              </a:rPr>
              <a:t> de prediction</a:t>
            </a:r>
          </a:p>
        </p:txBody>
      </p:sp>
    </p:spTree>
    <p:extLst>
      <p:ext uri="{BB962C8B-B14F-4D97-AF65-F5344CB8AC3E}">
        <p14:creationId xmlns:p14="http://schemas.microsoft.com/office/powerpoint/2010/main" val="1975698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9ACC3-6112-A0F7-DFBE-537B5EBF4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CFDC199-E83C-139D-7E27-51CCA9E5002D}"/>
              </a:ext>
            </a:extLst>
          </p:cNvPr>
          <p:cNvSpPr txBox="1"/>
          <p:nvPr/>
        </p:nvSpPr>
        <p:spPr>
          <a:xfrm>
            <a:off x="245307" y="1383834"/>
            <a:ext cx="1055984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de-DE" sz="2400" b="1" err="1"/>
              <a:t>Utilisation</a:t>
            </a:r>
            <a:r>
              <a:rPr lang="de-DE" sz="2400" b="1"/>
              <a:t> de Jira :</a:t>
            </a:r>
            <a:endParaRPr lang="en-US" sz="2400" b="1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7D5355-8912-74D3-6895-2425828D82E9}"/>
              </a:ext>
            </a:extLst>
          </p:cNvPr>
          <p:cNvSpPr txBox="1"/>
          <p:nvPr/>
        </p:nvSpPr>
        <p:spPr>
          <a:xfrm>
            <a:off x="5407743" y="152400"/>
            <a:ext cx="651878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4800" b="1">
                <a:solidFill>
                  <a:schemeClr val="accent4"/>
                </a:solidFill>
              </a:rPr>
              <a:t>Gestion de </a:t>
            </a:r>
            <a:r>
              <a:rPr lang="de-DE" sz="4800" b="1" err="1">
                <a:solidFill>
                  <a:schemeClr val="accent4"/>
                </a:solidFill>
              </a:rPr>
              <a:t>projet</a:t>
            </a:r>
            <a:endParaRPr lang="en-US" err="1">
              <a:solidFill>
                <a:schemeClr val="accent4"/>
              </a:solidFill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923894-DFB1-BB96-8F5E-19AB0EB58B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647" b="-725"/>
          <a:stretch>
            <a:fillRect/>
          </a:stretch>
        </p:blipFill>
        <p:spPr>
          <a:xfrm>
            <a:off x="242956" y="2211067"/>
            <a:ext cx="11683149" cy="36959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logo of a company&#10;&#10;AI-generated content may be incorrect.">
            <a:extLst>
              <a:ext uri="{FF2B5EF4-FFF2-40B4-BE49-F238E27FC236}">
                <a16:creationId xmlns:a16="http://schemas.microsoft.com/office/drawing/2014/main" id="{0980AD52-E25E-C39A-6CEC-DE9450A51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4925" y="1381440"/>
            <a:ext cx="1319755" cy="64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08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566EE-C26E-DAC0-4B98-EF098563E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DD177-427E-DA9E-9340-440B44854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Calibri"/>
                <a:cs typeface="Calibri"/>
              </a:rPr>
              <a:t>Données OCDE : Quelle est la </a:t>
            </a:r>
            <a:r>
              <a:rPr lang="en-US" dirty="0" err="1">
                <a:ea typeface="Calibri"/>
                <a:cs typeface="Calibri"/>
              </a:rPr>
              <a:t>methodologie</a:t>
            </a:r>
            <a:r>
              <a:rPr lang="en-US" dirty="0">
                <a:ea typeface="Calibri"/>
                <a:cs typeface="Calibri"/>
              </a:rPr>
              <a:t> ? Est </a:t>
            </a:r>
            <a:r>
              <a:rPr lang="en-US" dirty="0" err="1">
                <a:ea typeface="Calibri"/>
                <a:cs typeface="Calibri"/>
              </a:rPr>
              <a:t>ce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que</a:t>
            </a:r>
            <a:r>
              <a:rPr lang="en-US" dirty="0">
                <a:ea typeface="Calibri"/>
                <a:cs typeface="Calibri"/>
              </a:rPr>
              <a:t> c est comparable </a:t>
            </a:r>
            <a:r>
              <a:rPr lang="en-US" dirty="0" err="1">
                <a:ea typeface="Calibri"/>
                <a:cs typeface="Calibri"/>
              </a:rPr>
              <a:t>ou</a:t>
            </a:r>
            <a:r>
              <a:rPr lang="en-US" dirty="0">
                <a:ea typeface="Calibri"/>
                <a:cs typeface="Calibri"/>
              </a:rPr>
              <a:t> pas avec la definition de France Travail?</a:t>
            </a:r>
          </a:p>
          <a:p>
            <a:r>
              <a:rPr lang="en-US" dirty="0" err="1">
                <a:ea typeface="Calibri"/>
                <a:cs typeface="Calibri"/>
              </a:rPr>
              <a:t>Taux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chômage</a:t>
            </a:r>
            <a:r>
              <a:rPr lang="en-US" dirty="0">
                <a:ea typeface="Calibri"/>
                <a:cs typeface="Calibri"/>
              </a:rPr>
              <a:t> chez les jeunes 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Étude = </a:t>
            </a:r>
            <a:r>
              <a:rPr lang="en-US" dirty="0" err="1">
                <a:ea typeface="Calibri"/>
                <a:cs typeface="Calibri"/>
              </a:rPr>
              <a:t>chomage</a:t>
            </a:r>
            <a:r>
              <a:rPr lang="en-US" dirty="0">
                <a:ea typeface="Calibri"/>
                <a:cs typeface="Calibri"/>
              </a:rPr>
              <a:t> 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Calibri"/>
                <a:cs typeface="Calibri"/>
              </a:rPr>
              <a:t>Comment est </a:t>
            </a:r>
            <a:r>
              <a:rPr lang="en-US" dirty="0" err="1">
                <a:ea typeface="Calibri"/>
                <a:cs typeface="Calibri"/>
              </a:rPr>
              <a:t>defini</a:t>
            </a:r>
            <a:r>
              <a:rPr lang="en-US" dirty="0">
                <a:ea typeface="Calibri"/>
                <a:cs typeface="Calibri"/>
              </a:rPr>
              <a:t> le </a:t>
            </a:r>
            <a:r>
              <a:rPr lang="en-US" dirty="0" err="1">
                <a:ea typeface="Calibri"/>
                <a:cs typeface="Calibri"/>
              </a:rPr>
              <a:t>taux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chomage</a:t>
            </a:r>
            <a:r>
              <a:rPr lang="en-US" dirty="0">
                <a:ea typeface="Calibri"/>
                <a:cs typeface="Calibri"/>
              </a:rPr>
              <a:t> ?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Le </a:t>
            </a:r>
            <a:r>
              <a:rPr lang="en-US" dirty="0" err="1">
                <a:ea typeface="Calibri"/>
                <a:cs typeface="Calibri"/>
              </a:rPr>
              <a:t>nombre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d'offres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publiées</a:t>
            </a:r>
            <a:r>
              <a:rPr lang="en-US" dirty="0">
                <a:ea typeface="Calibri"/>
                <a:cs typeface="Calibri"/>
              </a:rPr>
              <a:t> sur les </a:t>
            </a:r>
            <a:r>
              <a:rPr lang="en-US" dirty="0" err="1">
                <a:ea typeface="Calibri"/>
                <a:cs typeface="Calibri"/>
              </a:rPr>
              <a:t>plateformes</a:t>
            </a:r>
            <a:r>
              <a:rPr lang="en-US" dirty="0">
                <a:ea typeface="Calibri"/>
                <a:cs typeface="Calibri"/>
              </a:rPr>
              <a:t> (indeed, </a:t>
            </a:r>
            <a:r>
              <a:rPr lang="en-US" dirty="0" err="1">
                <a:ea typeface="Calibri"/>
                <a:cs typeface="Calibri"/>
              </a:rPr>
              <a:t>linkedIn</a:t>
            </a:r>
            <a:r>
              <a:rPr lang="en-US" dirty="0">
                <a:ea typeface="Calibri"/>
                <a:cs typeface="Calibri"/>
              </a:rPr>
              <a:t>) : Est </a:t>
            </a:r>
            <a:r>
              <a:rPr lang="en-US" dirty="0" err="1">
                <a:ea typeface="Calibri"/>
                <a:cs typeface="Calibri"/>
              </a:rPr>
              <a:t>ce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qu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ils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proposent</a:t>
            </a:r>
            <a:r>
              <a:rPr lang="en-US" dirty="0">
                <a:ea typeface="Calibri"/>
                <a:cs typeface="Calibri"/>
              </a:rPr>
              <a:t> des chiffres </a:t>
            </a:r>
            <a:r>
              <a:rPr lang="en-US" dirty="0" err="1">
                <a:ea typeface="Calibri"/>
                <a:cs typeface="Calibri"/>
              </a:rPr>
              <a:t>ou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faudra</a:t>
            </a:r>
            <a:r>
              <a:rPr lang="en-US" dirty="0">
                <a:ea typeface="Calibri"/>
                <a:cs typeface="Calibri"/>
              </a:rPr>
              <a:t> t il faire du </a:t>
            </a:r>
            <a:r>
              <a:rPr lang="en-US" dirty="0" err="1">
                <a:ea typeface="Calibri"/>
                <a:cs typeface="Calibri"/>
              </a:rPr>
              <a:t>webscraping</a:t>
            </a:r>
            <a:r>
              <a:rPr lang="en-US" dirty="0">
                <a:ea typeface="Calibri"/>
                <a:cs typeface="Calibri"/>
              </a:rPr>
              <a:t> ?</a:t>
            </a:r>
          </a:p>
          <a:p>
            <a:r>
              <a:rPr lang="en-US" dirty="0">
                <a:ea typeface="Calibri"/>
                <a:cs typeface="Calibri"/>
              </a:rPr>
              <a:t>Quels </a:t>
            </a:r>
            <a:r>
              <a:rPr lang="en-US" dirty="0" err="1">
                <a:ea typeface="Calibri"/>
                <a:cs typeface="Calibri"/>
              </a:rPr>
              <a:t>autres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facteurs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peut</a:t>
            </a:r>
            <a:r>
              <a:rPr lang="en-US" dirty="0">
                <a:ea typeface="Calibri"/>
                <a:cs typeface="Calibri"/>
              </a:rPr>
              <a:t> on </a:t>
            </a:r>
            <a:r>
              <a:rPr lang="en-US" dirty="0" err="1">
                <a:ea typeface="Calibri"/>
                <a:cs typeface="Calibri"/>
              </a:rPr>
              <a:t>utiliser</a:t>
            </a:r>
            <a:r>
              <a:rPr lang="en-US" dirty="0">
                <a:ea typeface="Calibri"/>
                <a:cs typeface="Calibri"/>
              </a:rPr>
              <a:t> pour </a:t>
            </a:r>
            <a:r>
              <a:rPr lang="en-US" dirty="0" err="1">
                <a:ea typeface="Calibri"/>
                <a:cs typeface="Calibri"/>
              </a:rPr>
              <a:t>predire</a:t>
            </a:r>
            <a:r>
              <a:rPr lang="en-US" dirty="0">
                <a:ea typeface="Calibri"/>
                <a:cs typeface="Calibri"/>
              </a:rPr>
              <a:t> le </a:t>
            </a:r>
            <a:r>
              <a:rPr lang="en-US" dirty="0" err="1">
                <a:ea typeface="Calibri"/>
                <a:cs typeface="Calibri"/>
              </a:rPr>
              <a:t>chomage</a:t>
            </a:r>
            <a:r>
              <a:rPr lang="en-US" dirty="0">
                <a:ea typeface="Calibri"/>
                <a:cs typeface="Calibri"/>
              </a:rPr>
              <a:t> ? (</a:t>
            </a:r>
            <a:r>
              <a:rPr lang="en-US" dirty="0" err="1">
                <a:ea typeface="Calibri"/>
                <a:cs typeface="Calibri"/>
              </a:rPr>
              <a:t>exemple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facteurs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economiques</a:t>
            </a:r>
            <a:r>
              <a:rPr lang="en-US" dirty="0">
                <a:ea typeface="Calibri"/>
                <a:cs typeface="Calibri"/>
              </a:rPr>
              <a:t> … à </a:t>
            </a:r>
            <a:r>
              <a:rPr lang="en-US" dirty="0" err="1">
                <a:ea typeface="Calibri"/>
                <a:cs typeface="Calibri"/>
              </a:rPr>
              <a:t>creuser</a:t>
            </a:r>
            <a:r>
              <a:rPr lang="en-US" dirty="0">
                <a:ea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16468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CD9A1-92DC-A466-592A-7EC8EAA6E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E627-3637-3DDC-D93B-71035F089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7" y="839995"/>
            <a:ext cx="10515600" cy="1325563"/>
          </a:xfrm>
        </p:spPr>
        <p:txBody>
          <a:bodyPr/>
          <a:lstStyle/>
          <a:p>
            <a:r>
              <a:rPr lang="en-US" dirty="0" err="1">
                <a:ea typeface="Calibri Light"/>
                <a:cs typeface="Calibri Light"/>
              </a:rPr>
              <a:t>Echange</a:t>
            </a:r>
            <a:r>
              <a:rPr lang="en-US" dirty="0">
                <a:ea typeface="Calibri Light"/>
                <a:cs typeface="Calibri Light"/>
              </a:rPr>
              <a:t> avec Mr. Bertrand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2C85C-0472-A03C-F5EC-06C386C52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809" y="231153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de-DE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Comment </a:t>
            </a:r>
            <a:r>
              <a:rPr lang="de-DE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sont</a:t>
            </a:r>
            <a:r>
              <a:rPr lang="de-DE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de-DE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ouverts</a:t>
            </a:r>
            <a:r>
              <a:rPr lang="de-DE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de-DE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les</a:t>
            </a:r>
            <a:r>
              <a:rPr lang="de-DE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de-DE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autres</a:t>
            </a:r>
            <a:r>
              <a:rPr lang="de-DE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de-DE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pays</a:t>
            </a:r>
            <a:r>
              <a:rPr lang="de-DE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? Culture, plus d </a:t>
            </a:r>
            <a:r>
              <a:rPr lang="de-DE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infos</a:t>
            </a:r>
            <a:r>
              <a:rPr lang="de-DE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de-DE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dans</a:t>
            </a:r>
            <a:r>
              <a:rPr lang="de-DE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d </a:t>
            </a:r>
            <a:r>
              <a:rPr lang="de-DE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autres</a:t>
            </a:r>
            <a:r>
              <a:rPr lang="de-DE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de-DE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pays</a:t>
            </a:r>
            <a:r>
              <a:rPr lang="de-DE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de-DE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ou</a:t>
            </a:r>
            <a:r>
              <a:rPr lang="de-DE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de-DE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moins</a:t>
            </a:r>
            <a:r>
              <a:rPr lang="de-DE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? Quid du marche </a:t>
            </a:r>
            <a:r>
              <a:rPr lang="de-DE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americains</a:t>
            </a:r>
            <a:r>
              <a:rPr lang="de-DE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?</a:t>
            </a:r>
          </a:p>
          <a:p>
            <a:pPr>
              <a:lnSpc>
                <a:spcPct val="100000"/>
              </a:lnSpc>
            </a:pPr>
            <a:r>
              <a:rPr lang="de-DE" sz="1700" b="1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Economie</a:t>
            </a:r>
            <a:r>
              <a:rPr lang="de-DE" sz="1700" b="1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des </a:t>
            </a:r>
            <a:r>
              <a:rPr lang="de-DE" sz="1700" b="1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pays</a:t>
            </a:r>
            <a:r>
              <a:rPr lang="de-DE" sz="1700" b="1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? </a:t>
            </a:r>
            <a:endParaRPr lang="en-US" sz="1700">
              <a:latin typeface="Century Gothic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Interactif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?</a:t>
            </a:r>
          </a:p>
          <a:p>
            <a:pPr>
              <a:lnSpc>
                <a:spcPct val="100000"/>
              </a:lnSpc>
            </a:pP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Prevoir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ce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qu’il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va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se passer dans les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années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qui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viennent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? À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partir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de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quand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un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modele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shift (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taux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d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erreurs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, re-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entrainement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des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modeles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pour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inclure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de Nouvelles variables;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indicateurs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de performance de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modeles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,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si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en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production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avoir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des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gardes-fous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Prochaine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fois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: BDD, description, structure, info,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fraicheur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, quid RGPD et re-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utilisation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. </a:t>
            </a:r>
            <a:endParaRPr lang="en-US" sz="1700" dirty="0">
              <a:latin typeface="Century Gothic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Données pseudo-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anonymisés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? (ex: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radiologue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a interdiction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mettre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en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ligne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les radios des patients)</a:t>
            </a:r>
            <a:endParaRPr lang="en-US" sz="1700" dirty="0">
              <a:latin typeface="Century Gothic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Chronogramme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(JIRA : </a:t>
            </a:r>
            <a:r>
              <a:rPr lang="en-US" sz="1700" dirty="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sequencage</a:t>
            </a:r>
            <a:r>
              <a:rPr lang="en-US" sz="17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des taches)</a:t>
            </a: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94355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B790F-4A7D-B100-75E0-1C7CB5E01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3158-8A36-95FA-2EE6-764CFBF4E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7" y="839995"/>
            <a:ext cx="10515600" cy="1325563"/>
          </a:xfrm>
        </p:spPr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A faire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44760-AD3C-5B6B-98E8-8BC3395F2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809" y="231153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de-DE" sz="320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Avoir</a:t>
            </a:r>
            <a:r>
              <a:rPr lang="de-DE" sz="32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de-DE" sz="320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un</a:t>
            </a:r>
            <a:r>
              <a:rPr lang="de-DE" sz="32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de-DE" sz="320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drive</a:t>
            </a:r>
            <a:r>
              <a:rPr lang="de-DE" sz="320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commun</a:t>
            </a:r>
            <a:endParaRPr lang="de-DE" sz="3200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de-DE" sz="320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Creation</a:t>
            </a:r>
            <a:r>
              <a:rPr lang="de-DE" sz="32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d </a:t>
            </a:r>
            <a:r>
              <a:rPr lang="de-DE" sz="320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un</a:t>
            </a:r>
            <a:r>
              <a:rPr lang="de-DE" sz="3200" dirty="0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de-DE" sz="3200" err="1">
                <a:solidFill>
                  <a:srgbClr val="404040"/>
                </a:solidFill>
                <a:latin typeface="Century Gothic"/>
                <a:ea typeface="Calibri"/>
                <a:cs typeface="Calibri"/>
              </a:rPr>
              <a:t>gihub</a:t>
            </a:r>
            <a:endParaRPr lang="de-DE" sz="3200" dirty="0">
              <a:solidFill>
                <a:srgbClr val="404040"/>
              </a:solidFill>
              <a:latin typeface="Century Gothic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de-DE" sz="3200" dirty="0">
              <a:solidFill>
                <a:srgbClr val="404040"/>
              </a:solidFill>
              <a:latin typeface="Century Gothic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85284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c6f942e-b580-46a0-a9a7-34f8be6a2965" xsi:nil="true"/>
    <lcf76f155ced4ddcb4097134ff3c332f xmlns="63263aa9-0320-4a4d-9bea-9808219d94d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EFEF22F81D8545B8BEEA28B7C1CC9A" ma:contentTypeVersion="11" ma:contentTypeDescription="Crée un document." ma:contentTypeScope="" ma:versionID="291207d5701c9b879bceac013ec3e120">
  <xsd:schema xmlns:xsd="http://www.w3.org/2001/XMLSchema" xmlns:xs="http://www.w3.org/2001/XMLSchema" xmlns:p="http://schemas.microsoft.com/office/2006/metadata/properties" xmlns:ns2="63263aa9-0320-4a4d-9bea-9808219d94dc" xmlns:ns3="dc6f942e-b580-46a0-a9a7-34f8be6a2965" targetNamespace="http://schemas.microsoft.com/office/2006/metadata/properties" ma:root="true" ma:fieldsID="b114939c7576b27639ee21ba3987d60a" ns2:_="" ns3:_="">
    <xsd:import namespace="63263aa9-0320-4a4d-9bea-9808219d94dc"/>
    <xsd:import namespace="dc6f942e-b580-46a0-a9a7-34f8be6a29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63aa9-0320-4a4d-9bea-9808219d94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84f71e7f-fb48-44ed-9857-a0600dc7b1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6f942e-b580-46a0-a9a7-34f8be6a296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9b4224a-b606-4848-8afa-178a443a9715}" ma:internalName="TaxCatchAll" ma:showField="CatchAllData" ma:web="dc6f942e-b580-46a0-a9a7-34f8be6a29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83B16F-5443-41C8-B5AE-1AA01EB6D7CB}">
  <ds:schemaRefs>
    <ds:schemaRef ds:uri="63263aa9-0320-4a4d-9bea-9808219d94dc"/>
    <ds:schemaRef ds:uri="dc6f942e-b580-46a0-a9a7-34f8be6a296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CF5C42D-338D-40BE-89E4-9599AD88CDF8}">
  <ds:schemaRefs>
    <ds:schemaRef ds:uri="63263aa9-0320-4a4d-9bea-9808219d94dc"/>
    <ds:schemaRef ds:uri="dc6f942e-b580-46a0-a9a7-34f8be6a296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73CA9A5-26E6-41B2-83B9-7587B90EB8D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769</Words>
  <Application>Microsoft Office PowerPoint</Application>
  <PresentationFormat>Grand écran</PresentationFormat>
  <Paragraphs>91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Courier New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Outils </vt:lpstr>
      <vt:lpstr>Présentation PowerPoint</vt:lpstr>
      <vt:lpstr>Présentation PowerPoint</vt:lpstr>
      <vt:lpstr>Echange avec Mr. Bertrand</vt:lpstr>
      <vt:lpstr>A faire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fleury</dc:creator>
  <cp:lastModifiedBy>Julien Schnitzler</cp:lastModifiedBy>
  <cp:revision>29</cp:revision>
  <dcterms:created xsi:type="dcterms:W3CDTF">2022-05-16T08:23:42Z</dcterms:created>
  <dcterms:modified xsi:type="dcterms:W3CDTF">2026-01-07T11:39:39Z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0x01010042EFEF22F81D8545B8BEEA28B7C1CC9A</vt:lpwstr>
  </property>
</Properties>
</file>